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0F0"/>
    <a:srgbClr val="2152AD"/>
    <a:srgbClr val="9CB4DA"/>
    <a:srgbClr val="DAEAFC"/>
    <a:srgbClr val="00B0E1"/>
    <a:srgbClr val="6A4BE5"/>
    <a:srgbClr val="7F8CE2"/>
    <a:srgbClr val="00C1E0"/>
    <a:srgbClr val="857A7B"/>
    <a:srgbClr val="E6A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854"/>
    <p:restoredTop sz="94547"/>
  </p:normalViewPr>
  <p:slideViewPr>
    <p:cSldViewPr snapToGrid="0">
      <p:cViewPr>
        <p:scale>
          <a:sx n="93" d="100"/>
          <a:sy n="93" d="100"/>
        </p:scale>
        <p:origin x="51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F26028-9E60-B44B-BD81-85C237021911}" type="datetimeFigureOut">
              <a:rPr lang="en-US" smtClean="0"/>
              <a:t>7/4/25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BCDF1D-82F5-A742-B5C3-7A2430940C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566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BCDF1D-82F5-A742-B5C3-7A2430940C0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33783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49C98-CC9A-EED2-0889-BDE5D65E7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E6CE71-35A7-DDFA-29B1-758E39EC6D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9D903C-B6B2-A66F-220E-7E4527CB45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E68A02-02EE-C8BB-0D6D-1C8A7EFCD2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BCDF1D-82F5-A742-B5C3-7A2430940C0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01630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461CD-BC82-AADA-399C-96F42F0FA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55234-9465-EFF3-EE34-6AF3F32BBA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CF3CEA-09F6-4A33-53FD-911CB49B4F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2FDDC0-AE90-BD9D-E6DE-7E02F87FBB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BCDF1D-82F5-A742-B5C3-7A2430940C0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7959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1DC90-A943-140D-AEA3-C6B7A72204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E41AEA-1107-64E5-8A06-6A222887A8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23565F-D142-0B87-6105-D879E5993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A5E5E-C84F-7D4F-9A4C-44EE036DF50A}" type="datetimeFigureOut">
              <a:rPr lang="en-US" smtClean="0"/>
              <a:t>7/4/25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9C164-E96B-4D5C-058D-7D4DE7A04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25A6E6-B1D1-337B-7E9A-6F768FC44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627C8-E36A-E448-BECE-B6DF34F0C60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202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13427-64FD-B7D4-6875-1D0E42EA6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70F7F-9799-6F65-C7A3-1D939B69C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8BF4A9-2E6D-FA9D-6988-647FAD1AE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A5E5E-C84F-7D4F-9A4C-44EE036DF50A}" type="datetimeFigureOut">
              <a:rPr lang="en-US" smtClean="0"/>
              <a:t>7/4/25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600FF-E589-EF81-D9D6-F38CB8617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BD2FF-267D-CD44-F700-7158194CA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627C8-E36A-E448-BECE-B6DF34F0C60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399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372CF-14A1-BA57-59F3-0BC80CD1D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A758B-AA33-1CCB-BAD2-8E89B7AFB9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E164B-5B9A-606E-BD33-8C04F5471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A5E5E-C84F-7D4F-9A4C-44EE036DF50A}" type="datetimeFigureOut">
              <a:rPr lang="en-US" smtClean="0"/>
              <a:t>7/4/25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1185F-9334-C398-B724-B01D60C81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4DFDB-11A9-EB7A-2B10-E29012CCC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627C8-E36A-E448-BECE-B6DF34F0C60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030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A3037-3E86-7CCF-6C36-6F293EC9D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BE27A-A17E-D590-9FEF-F6947B1199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5A5FE4-13A2-CFED-241B-6F36C99A90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479501-FC1D-7462-99F5-A645B6B5E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A5E5E-C84F-7D4F-9A4C-44EE036DF50A}" type="datetimeFigureOut">
              <a:rPr lang="en-US" smtClean="0"/>
              <a:t>7/4/25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F8F601-7C5E-2604-FBB0-62ED4E6EC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C04FA7-872B-098D-13F7-9E93E4125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627C8-E36A-E448-BECE-B6DF34F0C60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702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C8C12-E20C-7B86-28FB-37432CCDB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3D814C-C8DB-FF32-CABE-3CA8F1DFE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CA24ED-637A-5C59-1C49-BC2DC71425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794F2A-5557-E015-F55F-69B2F5CF92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B3DE7C-D8E2-E12D-E6CA-B547C19DD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F5862F-0FD4-2799-B4C8-3579F49C6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A5E5E-C84F-7D4F-9A4C-44EE036DF50A}" type="datetimeFigureOut">
              <a:rPr lang="en-US" smtClean="0"/>
              <a:t>7/4/25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353FF5-AC35-8B09-EFD7-DFDEC2DC3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5ECD4F-8C2B-351E-3246-986B98577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627C8-E36A-E448-BECE-B6DF34F0C60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7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40A18-7EB0-6112-23A2-2BF091239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481E02-F50B-0841-899C-8117B742A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A5E5E-C84F-7D4F-9A4C-44EE036DF50A}" type="datetimeFigureOut">
              <a:rPr lang="en-US" smtClean="0"/>
              <a:t>7/4/25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2E0341-AE78-0554-7334-3603EB353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76CE58-C11F-DD9F-3213-661BF9A47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627C8-E36A-E448-BECE-B6DF34F0C60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73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28A54C-51CE-B3E7-029E-7E2413F3F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A5E5E-C84F-7D4F-9A4C-44EE036DF50A}" type="datetimeFigureOut">
              <a:rPr lang="en-US" smtClean="0"/>
              <a:t>7/4/25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355735-7C72-9A30-3BAB-293945E64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855841-8EAC-8BE0-8F5E-95631D245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627C8-E36A-E448-BECE-B6DF34F0C60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733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F4E04-B299-0969-91A2-02C612822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10FBD-D1AE-9235-0CD6-A5E7B6615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658A5A-B2FB-7001-827D-4AE33D08D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011C5F-B1FB-CEC4-9CFA-E992CB0A4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A5E5E-C84F-7D4F-9A4C-44EE036DF50A}" type="datetimeFigureOut">
              <a:rPr lang="en-US" smtClean="0"/>
              <a:t>7/4/25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745BE0-4D8E-0C1F-8031-EA7A9A396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D2FEA7-C5F5-2ECD-5041-33DCD943A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627C8-E36A-E448-BECE-B6DF34F0C60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5352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7B5F5-9EBC-22FA-A68F-41A2841F4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ADAAC3-FBE3-361D-D140-E5DF1C84E8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376BC1-671C-F1C3-FBAD-CF7C969724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8714CD-7118-F029-15B6-0589CA0AD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A5E5E-C84F-7D4F-9A4C-44EE036DF50A}" type="datetimeFigureOut">
              <a:rPr lang="en-US" smtClean="0"/>
              <a:t>7/4/25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81E541-0F31-0B50-0E40-3DF567C23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8F88EE-4756-4EDF-6B3F-6C5DE1291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627C8-E36A-E448-BECE-B6DF34F0C60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9789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2795F-6398-F3C1-BD6B-66FC4C71A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C019DC-7B8A-B895-0589-3D94603A7D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801ED-E9FF-72A1-FB9A-7D90989A5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A5E5E-C84F-7D4F-9A4C-44EE036DF50A}" type="datetimeFigureOut">
              <a:rPr lang="en-US" smtClean="0"/>
              <a:t>7/4/25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60C4A-3C05-7BC2-5938-038AE22BB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A5140-A596-A94D-B19F-74C0B6666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627C8-E36A-E448-BECE-B6DF34F0C60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035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FDE71B-FE65-4E71-D59F-E1A7111BAF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C665BA-FD79-FBE8-C56F-95D0F249FE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EFDDC-FAFF-F9F0-CC4C-2CA6401FA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A5E5E-C84F-7D4F-9A4C-44EE036DF50A}" type="datetimeFigureOut">
              <a:rPr lang="en-US" smtClean="0"/>
              <a:t>7/4/25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622EC2-8460-812D-528E-331E1A8A5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A8D88-3FB6-FED4-2D00-D7562D951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627C8-E36A-E448-BECE-B6DF34F0C60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517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A1EECF-22CE-EBD7-7327-E4B18BBA2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48565-EC1A-C91B-CF4C-B0A1045605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F1142-9847-2102-BDCB-82D172E881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5A5E5E-C84F-7D4F-9A4C-44EE036DF50A}" type="datetimeFigureOut">
              <a:rPr lang="en-US" smtClean="0"/>
              <a:t>7/4/25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27EF7-7F35-13F4-58C1-738C88CF91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F980FF-63F1-393A-ACC7-D02DCF9BEF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9627C8-E36A-E448-BECE-B6DF34F0C60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7141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oogle.com/imgres?q=eye%20icon%20png%20white&amp;imgurl=https%3A%2F%2Fwww.citypng.com%2Fpublic%2Fuploads%2Fpreview%2Feye-view-watching-white-icon-hd-png-701751694974322wh3r9begnn.png&amp;imgrefurl=https%3A%2F%2Fwww.citypng.com%2Fphoto%2F21158%2Feye-view-watching-white-icon-hd-png&amp;docid=bZl_MuT6TAy7XM&amp;tbnid=UEbZ4D0VH1Kq4M&amp;vet=12ahUKEwjOlY7sqKKOAxVtRDABHTs0HoIQM3oECB8QAA..i&amp;w=800&amp;h=800&amp;hcb=2&amp;ved=2ahUKEwjOlY7sqKKOAxVtRDABHTs0HoIQM3oECB8QAA" TargetMode="External"/><Relationship Id="rId13" Type="http://schemas.openxmlformats.org/officeDocument/2006/relationships/image" Target="../media/image8.png"/><Relationship Id="rId18" Type="http://schemas.openxmlformats.org/officeDocument/2006/relationships/hyperlink" Target="https://www.google.com/url?sa=i&amp;url=https%3A%2F%2Fwww.freeiconspng.com%2Fimg%2F9665&amp;psig=AOvVaw0vYEF-z72Vv43Sx2CLuBC2&amp;ust=1751688405577000&amp;source=images&amp;cd=vfe&amp;opi=89978449&amp;ved=0CBQQjRxqFwoTCPDG4vupoo4DFQAAAAAdAAAAABAE" TargetMode="External"/><Relationship Id="rId3" Type="http://schemas.openxmlformats.org/officeDocument/2006/relationships/hyperlink" Target="https://www.google.com/imgres?q=agent%2Fpolicy%20figure&amp;imgurl=https%3A%2F%2Fmiro.medium.com%2Fv2%2Fresize%3Afit%3A1400%2F0*MP8XITjl8UEff5H1&amp;imgrefurl=https%3A%2F%2Fmedium.com%2F%40jasicanagpal%2Fwhen-agentic-ai-meets-reinforcement-learning-63da08022cb6&amp;docid=kqH5Ge0az8RIZM&amp;tbnid=fVMvodP2VifWIM&amp;vet=12ahUKEwjt4OHt_qGOAxVbQzABHUEcFdgQM3oECGwQAA..i&amp;w=1026&amp;h=612&amp;hcb=2&amp;ved=2ahUKEwjt4OHt_qGOAxVbQzABHUEcFdgQM3oECGwQAA" TargetMode="External"/><Relationship Id="rId21" Type="http://schemas.openxmlformats.org/officeDocument/2006/relationships/image" Target="../media/image14.png"/><Relationship Id="rId7" Type="http://schemas.openxmlformats.org/officeDocument/2006/relationships/image" Target="../media/image3.png"/><Relationship Id="rId12" Type="http://schemas.openxmlformats.org/officeDocument/2006/relationships/image" Target="../media/image7.png"/><Relationship Id="rId1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1.png"/><Relationship Id="rId20" Type="http://schemas.openxmlformats.org/officeDocument/2006/relationships/hyperlink" Target="https://www.google.com/url?sa=i&amp;url=https%3A%2F%2Fwww.vecteezy.com%2Ffree-png%2Fstar-icon&amp;psig=AOvVaw38uDB6fNKS3Wvfv_jLhy0P&amp;ust=1751688484797000&amp;source=images&amp;cd=vfe&amp;opi=89978449&amp;ved=0CBQQjRxqFwoTCKCysKiqoo4DFQAAAAAdAAAAABAE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11" Type="http://schemas.openxmlformats.org/officeDocument/2006/relationships/image" Target="../media/image6.png"/><Relationship Id="rId5" Type="http://schemas.openxmlformats.org/officeDocument/2006/relationships/hyperlink" Target="https://www.google.com/url?sa=i&amp;url=https%3A%2F%2Fmedium.com%2F%40achronus%2Flearning-by-doing-a-detailed-overview-of-the-reinforcement-learning-process-05011883ad9c&amp;psig=AOvVaw1sByCyt_jRa0dUMzdbac06&amp;ust=1751676483979000&amp;source=images&amp;cd=vfe&amp;opi=89978449&amp;ved=0CBQQjRxqFwoTCKjYnsb9oY4DFQAAAAAdAAAAABAo" TargetMode="External"/><Relationship Id="rId15" Type="http://schemas.openxmlformats.org/officeDocument/2006/relationships/image" Target="../media/image10.png"/><Relationship Id="rId10" Type="http://schemas.openxmlformats.org/officeDocument/2006/relationships/image" Target="../media/image5.png"/><Relationship Id="rId19" Type="http://schemas.openxmlformats.org/officeDocument/2006/relationships/image" Target="../media/image13.png"/><Relationship Id="rId4" Type="http://schemas.openxmlformats.org/officeDocument/2006/relationships/image" Target="../media/image1.png"/><Relationship Id="rId9" Type="http://schemas.openxmlformats.org/officeDocument/2006/relationships/image" Target="../media/image4.png"/><Relationship Id="rId14" Type="http://schemas.openxmlformats.org/officeDocument/2006/relationships/image" Target="../media/image9.png"/><Relationship Id="rId22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oogle.com/imgres?q=eye%20icon%20png%20white&amp;imgurl=https%3A%2F%2Fwww.citypng.com%2Fpublic%2Fuploads%2Fpreview%2Feye-view-watching-white-icon-hd-png-701751694974322wh3r9begnn.png&amp;imgrefurl=https%3A%2F%2Fwww.citypng.com%2Fphoto%2F21158%2Feye-view-watching-white-icon-hd-png&amp;docid=bZl_MuT6TAy7XM&amp;tbnid=UEbZ4D0VH1Kq4M&amp;vet=12ahUKEwjOlY7sqKKOAxVtRDABHTs0HoIQM3oECB8QAA..i&amp;w=800&amp;h=800&amp;hcb=2&amp;ved=2ahUKEwjOlY7sqKKOAxVtRDABHTs0HoIQM3oECB8QAA" TargetMode="External"/><Relationship Id="rId13" Type="http://schemas.openxmlformats.org/officeDocument/2006/relationships/image" Target="../media/image8.png"/><Relationship Id="rId18" Type="http://schemas.openxmlformats.org/officeDocument/2006/relationships/hyperlink" Target="https://www.google.com/url?sa=i&amp;url=https%3A%2F%2Fwww.freeiconspng.com%2Fimg%2F9665&amp;psig=AOvVaw0vYEF-z72Vv43Sx2CLuBC2&amp;ust=1751688405577000&amp;source=images&amp;cd=vfe&amp;opi=89978449&amp;ved=0CBQQjRxqFwoTCPDG4vupoo4DFQAAAAAdAAAAABAE" TargetMode="External"/><Relationship Id="rId3" Type="http://schemas.openxmlformats.org/officeDocument/2006/relationships/hyperlink" Target="https://www.google.com/imgres?q=agent%2Fpolicy%20figure&amp;imgurl=https%3A%2F%2Fmiro.medium.com%2Fv2%2Fresize%3Afit%3A1400%2F0*MP8XITjl8UEff5H1&amp;imgrefurl=https%3A%2F%2Fmedium.com%2F%40jasicanagpal%2Fwhen-agentic-ai-meets-reinforcement-learning-63da08022cb6&amp;docid=kqH5Ge0az8RIZM&amp;tbnid=fVMvodP2VifWIM&amp;vet=12ahUKEwjt4OHt_qGOAxVbQzABHUEcFdgQM3oECGwQAA..i&amp;w=1026&amp;h=612&amp;hcb=2&amp;ved=2ahUKEwjt4OHt_qGOAxVbQzABHUEcFdgQM3oECGwQAA" TargetMode="External"/><Relationship Id="rId21" Type="http://schemas.openxmlformats.org/officeDocument/2006/relationships/image" Target="../media/image14.png"/><Relationship Id="rId7" Type="http://schemas.openxmlformats.org/officeDocument/2006/relationships/image" Target="../media/image3.png"/><Relationship Id="rId12" Type="http://schemas.openxmlformats.org/officeDocument/2006/relationships/image" Target="../media/image7.png"/><Relationship Id="rId1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1.png"/><Relationship Id="rId20" Type="http://schemas.openxmlformats.org/officeDocument/2006/relationships/hyperlink" Target="https://www.google.com/url?sa=i&amp;url=https%3A%2F%2Fwww.vecteezy.com%2Ffree-png%2Fstar-icon&amp;psig=AOvVaw38uDB6fNKS3Wvfv_jLhy0P&amp;ust=1751688484797000&amp;source=images&amp;cd=vfe&amp;opi=89978449&amp;ved=0CBQQjRxqFwoTCKCysKiqoo4DFQAAAAAdAAAAABAE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11" Type="http://schemas.openxmlformats.org/officeDocument/2006/relationships/image" Target="../media/image6.png"/><Relationship Id="rId5" Type="http://schemas.openxmlformats.org/officeDocument/2006/relationships/hyperlink" Target="https://www.google.com/url?sa=i&amp;url=https%3A%2F%2Fmedium.com%2F%40achronus%2Flearning-by-doing-a-detailed-overview-of-the-reinforcement-learning-process-05011883ad9c&amp;psig=AOvVaw1sByCyt_jRa0dUMzdbac06&amp;ust=1751676483979000&amp;source=images&amp;cd=vfe&amp;opi=89978449&amp;ved=0CBQQjRxqFwoTCKjYnsb9oY4DFQAAAAAdAAAAABAo" TargetMode="External"/><Relationship Id="rId15" Type="http://schemas.openxmlformats.org/officeDocument/2006/relationships/image" Target="../media/image10.png"/><Relationship Id="rId10" Type="http://schemas.openxmlformats.org/officeDocument/2006/relationships/image" Target="../media/image5.png"/><Relationship Id="rId19" Type="http://schemas.openxmlformats.org/officeDocument/2006/relationships/image" Target="../media/image13.png"/><Relationship Id="rId4" Type="http://schemas.openxmlformats.org/officeDocument/2006/relationships/image" Target="../media/image1.png"/><Relationship Id="rId9" Type="http://schemas.openxmlformats.org/officeDocument/2006/relationships/image" Target="../media/image4.png"/><Relationship Id="rId14" Type="http://schemas.openxmlformats.org/officeDocument/2006/relationships/image" Target="../media/image9.png"/><Relationship Id="rId22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.png"/><Relationship Id="rId18" Type="http://schemas.openxmlformats.org/officeDocument/2006/relationships/hyperlink" Target="https://www.google.com/url?sa=i&amp;url=https%3A%2F%2Fwww.freeiconspng.com%2Fimg%2F9665&amp;psig=AOvVaw0vYEF-z72Vv43Sx2CLuBC2&amp;ust=1751688405577000&amp;source=images&amp;cd=vfe&amp;opi=89978449&amp;ved=0CBQQjRxqFwoTCPDG4vupoo4DFQAAAAAdAAAAABAE" TargetMode="External"/><Relationship Id="rId26" Type="http://schemas.microsoft.com/office/2007/relationships/hdphoto" Target="../media/hdphoto2.wdp"/><Relationship Id="rId3" Type="http://schemas.openxmlformats.org/officeDocument/2006/relationships/hyperlink" Target="https://www.google.com/imgres?q=agent%2Fpolicy%20figure&amp;imgurl=https%3A%2F%2Fmiro.medium.com%2Fv2%2Fresize%3Afit%3A1400%2F0*MP8XITjl8UEff5H1&amp;imgrefurl=https%3A%2F%2Fmedium.com%2F%40jasicanagpal%2Fwhen-agentic-ai-meets-reinforcement-learning-63da08022cb6&amp;docid=kqH5Ge0az8RIZM&amp;tbnid=fVMvodP2VifWIM&amp;vet=12ahUKEwjt4OHt_qGOAxVbQzABHUEcFdgQM3oECGwQAA..i&amp;w=1026&amp;h=612&amp;hcb=2&amp;ved=2ahUKEwjt4OHt_qGOAxVbQzABHUEcFdgQM3oECGwQAA" TargetMode="External"/><Relationship Id="rId21" Type="http://schemas.openxmlformats.org/officeDocument/2006/relationships/image" Target="../media/image14.png"/><Relationship Id="rId7" Type="http://schemas.openxmlformats.org/officeDocument/2006/relationships/hyperlink" Target="https://www.google.com/imgres?q=eye%20icon%20png%20white&amp;imgurl=https%3A%2F%2Fwww.citypng.com%2Fpublic%2Fuploads%2Fpreview%2Feye-view-watching-white-icon-hd-png-701751694974322wh3r9begnn.png&amp;imgrefurl=https%3A%2F%2Fwww.citypng.com%2Fphoto%2F21158%2Feye-view-watching-white-icon-hd-png&amp;docid=bZl_MuT6TAy7XM&amp;tbnid=UEbZ4D0VH1Kq4M&amp;vet=12ahUKEwjOlY7sqKKOAxVtRDABHTs0HoIQM3oECB8QAA..i&amp;w=800&amp;h=800&amp;hcb=2&amp;ved=2ahUKEwjOlY7sqKKOAxVtRDABHTs0HoIQM3oECB8QAA" TargetMode="External"/><Relationship Id="rId12" Type="http://schemas.openxmlformats.org/officeDocument/2006/relationships/image" Target="../media/image7.png"/><Relationship Id="rId17" Type="http://schemas.openxmlformats.org/officeDocument/2006/relationships/image" Target="../media/image12.png"/><Relationship Id="rId25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1.png"/><Relationship Id="rId20" Type="http://schemas.openxmlformats.org/officeDocument/2006/relationships/hyperlink" Target="https://www.google.com/url?sa=i&amp;url=https%3A%2F%2Fwww.vecteezy.com%2Ffree-png%2Fstar-icon&amp;psig=AOvVaw38uDB6fNKS3Wvfv_jLhy0P&amp;ust=1751688484797000&amp;source=images&amp;cd=vfe&amp;opi=89978449&amp;ved=0CBQQjRxqFwoTCKCysKiqoo4DFQAAAAAdAAAAABAE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11" Type="http://schemas.openxmlformats.org/officeDocument/2006/relationships/image" Target="../media/image6.png"/><Relationship Id="rId24" Type="http://schemas.microsoft.com/office/2007/relationships/hdphoto" Target="../media/hdphoto1.wdp"/><Relationship Id="rId5" Type="http://schemas.openxmlformats.org/officeDocument/2006/relationships/hyperlink" Target="https://www.google.com/url?sa=i&amp;url=https%3A%2F%2Fmedium.com%2F%40achronus%2Flearning-by-doing-a-detailed-overview-of-the-reinforcement-learning-process-05011883ad9c&amp;psig=AOvVaw1sByCyt_jRa0dUMzdbac06&amp;ust=1751676483979000&amp;source=images&amp;cd=vfe&amp;opi=89978449&amp;ved=0CBQQjRxqFwoTCKjYnsb9oY4DFQAAAAAdAAAAABAo" TargetMode="External"/><Relationship Id="rId15" Type="http://schemas.openxmlformats.org/officeDocument/2006/relationships/image" Target="../media/image10.png"/><Relationship Id="rId23" Type="http://schemas.openxmlformats.org/officeDocument/2006/relationships/image" Target="../media/image16.png"/><Relationship Id="rId10" Type="http://schemas.openxmlformats.org/officeDocument/2006/relationships/image" Target="../media/image5.png"/><Relationship Id="rId19" Type="http://schemas.openxmlformats.org/officeDocument/2006/relationships/image" Target="../media/image13.png"/><Relationship Id="rId4" Type="http://schemas.openxmlformats.org/officeDocument/2006/relationships/image" Target="../media/image1.png"/><Relationship Id="rId9" Type="http://schemas.openxmlformats.org/officeDocument/2006/relationships/image" Target="../media/image4.png"/><Relationship Id="rId14" Type="http://schemas.openxmlformats.org/officeDocument/2006/relationships/image" Target="../media/image9.png"/><Relationship Id="rId22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0" name="Picture 4" descr="Agentic AI meets Reinforcement Learning ...">
            <a:hlinkClick r:id="rId3"/>
            <a:extLst>
              <a:ext uri="{FF2B5EF4-FFF2-40B4-BE49-F238E27FC236}">
                <a16:creationId xmlns:a16="http://schemas.microsoft.com/office/drawing/2014/main" id="{2CE169B4-E179-7E6E-5268-C1C2504702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340590" y="796315"/>
            <a:ext cx="3695700" cy="219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2" name="Picture 6" descr="Learning By Doing: A Detailed Overview Of The Reinforcement Learning 🤖  Process | by Ryan Partridge | Medium">
            <a:hlinkClick r:id="rId5"/>
            <a:extLst>
              <a:ext uri="{FF2B5EF4-FFF2-40B4-BE49-F238E27FC236}">
                <a16:creationId xmlns:a16="http://schemas.microsoft.com/office/drawing/2014/main" id="{A68F586F-D60A-1E9B-23E6-590FC6DB9C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283693" y="3503144"/>
            <a:ext cx="5127508" cy="3354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5" name="Picture 1234" descr="A diagram of a machine&#10;&#10;AI-generated content may be incorrect.">
            <a:extLst>
              <a:ext uri="{FF2B5EF4-FFF2-40B4-BE49-F238E27FC236}">
                <a16:creationId xmlns:a16="http://schemas.microsoft.com/office/drawing/2014/main" id="{CF442C93-D3AD-484B-1357-A8464476E70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89431" t="9485" r="5759" b="81037"/>
          <a:stretch>
            <a:fillRect/>
          </a:stretch>
        </p:blipFill>
        <p:spPr>
          <a:xfrm>
            <a:off x="2833725" y="7690149"/>
            <a:ext cx="1054370" cy="839778"/>
          </a:xfrm>
          <a:prstGeom prst="rect">
            <a:avLst/>
          </a:prstGeom>
        </p:spPr>
      </p:pic>
      <p:sp>
        <p:nvSpPr>
          <p:cNvPr id="1301" name="Rectangle 1300">
            <a:extLst>
              <a:ext uri="{FF2B5EF4-FFF2-40B4-BE49-F238E27FC236}">
                <a16:creationId xmlns:a16="http://schemas.microsoft.com/office/drawing/2014/main" id="{C221EE96-53DA-1209-1BB9-D83B718396B9}"/>
              </a:ext>
            </a:extLst>
          </p:cNvPr>
          <p:cNvSpPr/>
          <p:nvPr/>
        </p:nvSpPr>
        <p:spPr>
          <a:xfrm>
            <a:off x="10196742" y="0"/>
            <a:ext cx="10690167" cy="68579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effectLst/>
              <a:hlinkClick r:id="rId8"/>
            </a:endParaRPr>
          </a:p>
        </p:txBody>
      </p:sp>
      <p:sp>
        <p:nvSpPr>
          <p:cNvPr id="1365" name="TextBox 1364">
            <a:extLst>
              <a:ext uri="{FF2B5EF4-FFF2-40B4-BE49-F238E27FC236}">
                <a16:creationId xmlns:a16="http://schemas.microsoft.com/office/drawing/2014/main" id="{F5A7CA69-DFC1-E7CD-B3C6-DD41FFFB35DC}"/>
              </a:ext>
            </a:extLst>
          </p:cNvPr>
          <p:cNvSpPr txBox="1"/>
          <p:nvPr/>
        </p:nvSpPr>
        <p:spPr>
          <a:xfrm>
            <a:off x="9673389" y="-44917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pSp>
        <p:nvGrpSpPr>
          <p:cNvPr id="1481" name="Group 1480">
            <a:extLst>
              <a:ext uri="{FF2B5EF4-FFF2-40B4-BE49-F238E27FC236}">
                <a16:creationId xmlns:a16="http://schemas.microsoft.com/office/drawing/2014/main" id="{DB741A5C-4E32-2E09-1724-588A6400D8D1}"/>
              </a:ext>
            </a:extLst>
          </p:cNvPr>
          <p:cNvGrpSpPr/>
          <p:nvPr/>
        </p:nvGrpSpPr>
        <p:grpSpPr>
          <a:xfrm>
            <a:off x="1945642" y="1697329"/>
            <a:ext cx="2190329" cy="502139"/>
            <a:chOff x="2505584" y="1702450"/>
            <a:chExt cx="2190329" cy="502139"/>
          </a:xfrm>
        </p:grpSpPr>
        <p:sp>
          <p:nvSpPr>
            <p:cNvPr id="1476" name="Oval 1475">
              <a:extLst>
                <a:ext uri="{FF2B5EF4-FFF2-40B4-BE49-F238E27FC236}">
                  <a16:creationId xmlns:a16="http://schemas.microsoft.com/office/drawing/2014/main" id="{55231FA4-B60E-9057-7545-7D4137503AE0}"/>
                </a:ext>
              </a:extLst>
            </p:cNvPr>
            <p:cNvSpPr/>
            <p:nvPr/>
          </p:nvSpPr>
          <p:spPr>
            <a:xfrm>
              <a:off x="2505584" y="1702450"/>
              <a:ext cx="1253199" cy="502139"/>
            </a:xfrm>
            <a:prstGeom prst="ellipse">
              <a:avLst/>
            </a:prstGeom>
            <a:solidFill>
              <a:srgbClr val="DAE9FC"/>
            </a:solidFill>
            <a:ln w="38100">
              <a:solidFill>
                <a:srgbClr val="9CB4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78" name="TextBox 1477">
              <a:extLst>
                <a:ext uri="{FF2B5EF4-FFF2-40B4-BE49-F238E27FC236}">
                  <a16:creationId xmlns:a16="http://schemas.microsoft.com/office/drawing/2014/main" id="{5CF376B3-4F51-D279-1D3E-09E581665D5A}"/>
                </a:ext>
              </a:extLst>
            </p:cNvPr>
            <p:cNvSpPr txBox="1"/>
            <p:nvPr/>
          </p:nvSpPr>
          <p:spPr>
            <a:xfrm>
              <a:off x="2526979" y="1784242"/>
              <a:ext cx="216893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CIT Instance</a:t>
              </a:r>
            </a:p>
          </p:txBody>
        </p:sp>
      </p:grpSp>
      <p:sp>
        <p:nvSpPr>
          <p:cNvPr id="1485" name="TextBox 1484">
            <a:extLst>
              <a:ext uri="{FF2B5EF4-FFF2-40B4-BE49-F238E27FC236}">
                <a16:creationId xmlns:a16="http://schemas.microsoft.com/office/drawing/2014/main" id="{9BEFB919-BAB9-03DB-332F-5C4E5324465E}"/>
              </a:ext>
            </a:extLst>
          </p:cNvPr>
          <p:cNvSpPr txBox="1"/>
          <p:nvPr/>
        </p:nvSpPr>
        <p:spPr>
          <a:xfrm>
            <a:off x="1824915" y="3749500"/>
            <a:ext cx="21689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CNF Representation</a:t>
            </a:r>
          </a:p>
        </p:txBody>
      </p:sp>
      <p:grpSp>
        <p:nvGrpSpPr>
          <p:cNvPr id="1512" name="Group 1511">
            <a:extLst>
              <a:ext uri="{FF2B5EF4-FFF2-40B4-BE49-F238E27FC236}">
                <a16:creationId xmlns:a16="http://schemas.microsoft.com/office/drawing/2014/main" id="{67F7211A-BE4E-E6C7-9A91-D12F74E84EDC}"/>
              </a:ext>
            </a:extLst>
          </p:cNvPr>
          <p:cNvGrpSpPr/>
          <p:nvPr/>
        </p:nvGrpSpPr>
        <p:grpSpPr>
          <a:xfrm>
            <a:off x="2216476" y="2590138"/>
            <a:ext cx="849105" cy="983398"/>
            <a:chOff x="2216476" y="2725294"/>
            <a:chExt cx="849105" cy="983398"/>
          </a:xfrm>
        </p:grpSpPr>
        <p:sp>
          <p:nvSpPr>
            <p:cNvPr id="1482" name="Rectangle 1481">
              <a:extLst>
                <a:ext uri="{FF2B5EF4-FFF2-40B4-BE49-F238E27FC236}">
                  <a16:creationId xmlns:a16="http://schemas.microsoft.com/office/drawing/2014/main" id="{98AB7EF0-D540-18A6-E0A4-2E1F9D9116AD}"/>
                </a:ext>
              </a:extLst>
            </p:cNvPr>
            <p:cNvSpPr/>
            <p:nvPr/>
          </p:nvSpPr>
          <p:spPr>
            <a:xfrm>
              <a:off x="2216476" y="2725294"/>
              <a:ext cx="696705" cy="83099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500" name="Group 1499">
              <a:extLst>
                <a:ext uri="{FF2B5EF4-FFF2-40B4-BE49-F238E27FC236}">
                  <a16:creationId xmlns:a16="http://schemas.microsoft.com/office/drawing/2014/main" id="{82B3F4F5-487D-4D09-4B25-FE9DD01F15F0}"/>
                </a:ext>
              </a:extLst>
            </p:cNvPr>
            <p:cNvGrpSpPr/>
            <p:nvPr/>
          </p:nvGrpSpPr>
          <p:grpSpPr>
            <a:xfrm>
              <a:off x="2275538" y="2877694"/>
              <a:ext cx="563503" cy="610357"/>
              <a:chOff x="2451160" y="3038043"/>
              <a:chExt cx="563503" cy="610357"/>
            </a:xfrm>
          </p:grpSpPr>
          <p:cxnSp>
            <p:nvCxnSpPr>
              <p:cNvPr id="1501" name="Straight Connector 1500">
                <a:extLst>
                  <a:ext uri="{FF2B5EF4-FFF2-40B4-BE49-F238E27FC236}">
                    <a16:creationId xmlns:a16="http://schemas.microsoft.com/office/drawing/2014/main" id="{E4BBF546-D14A-4549-D2A9-7B10F7AF52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10731" y="3038043"/>
                <a:ext cx="503932" cy="0"/>
              </a:xfrm>
              <a:prstGeom prst="line">
                <a:avLst/>
              </a:prstGeom>
              <a:ln>
                <a:solidFill>
                  <a:srgbClr val="22222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2" name="Straight Connector 1501">
                <a:extLst>
                  <a:ext uri="{FF2B5EF4-FFF2-40B4-BE49-F238E27FC236}">
                    <a16:creationId xmlns:a16="http://schemas.microsoft.com/office/drawing/2014/main" id="{68A3C08E-EBFB-0F91-07DB-933E0C1572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51160" y="3144079"/>
                <a:ext cx="563503" cy="0"/>
              </a:xfrm>
              <a:prstGeom prst="line">
                <a:avLst/>
              </a:prstGeom>
              <a:ln>
                <a:solidFill>
                  <a:srgbClr val="22222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3" name="Straight Connector 1502">
                <a:extLst>
                  <a:ext uri="{FF2B5EF4-FFF2-40B4-BE49-F238E27FC236}">
                    <a16:creationId xmlns:a16="http://schemas.microsoft.com/office/drawing/2014/main" id="{1E724A79-41E2-DCF4-34E3-A7F8ED6FEE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51160" y="3238425"/>
                <a:ext cx="563503" cy="0"/>
              </a:xfrm>
              <a:prstGeom prst="line">
                <a:avLst/>
              </a:prstGeom>
              <a:ln>
                <a:solidFill>
                  <a:srgbClr val="22222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4" name="Straight Connector 1503">
                <a:extLst>
                  <a:ext uri="{FF2B5EF4-FFF2-40B4-BE49-F238E27FC236}">
                    <a16:creationId xmlns:a16="http://schemas.microsoft.com/office/drawing/2014/main" id="{C6E76E44-4D64-FECE-992F-59E7260E96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51160" y="3331554"/>
                <a:ext cx="563503" cy="0"/>
              </a:xfrm>
              <a:prstGeom prst="line">
                <a:avLst/>
              </a:prstGeom>
              <a:ln>
                <a:solidFill>
                  <a:srgbClr val="22222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5" name="Straight Connector 1504">
                <a:extLst>
                  <a:ext uri="{FF2B5EF4-FFF2-40B4-BE49-F238E27FC236}">
                    <a16:creationId xmlns:a16="http://schemas.microsoft.com/office/drawing/2014/main" id="{FB5E2653-7141-80B6-05CD-79F5CB7AFB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51160" y="3429000"/>
                <a:ext cx="563503" cy="0"/>
              </a:xfrm>
              <a:prstGeom prst="line">
                <a:avLst/>
              </a:prstGeom>
              <a:ln>
                <a:solidFill>
                  <a:srgbClr val="22222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6" name="Straight Connector 1505">
                <a:extLst>
                  <a:ext uri="{FF2B5EF4-FFF2-40B4-BE49-F238E27FC236}">
                    <a16:creationId xmlns:a16="http://schemas.microsoft.com/office/drawing/2014/main" id="{A93B63D3-E97B-35CE-50FA-9B67489D9B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51160" y="3542004"/>
                <a:ext cx="563503" cy="0"/>
              </a:xfrm>
              <a:prstGeom prst="line">
                <a:avLst/>
              </a:prstGeom>
              <a:ln>
                <a:solidFill>
                  <a:srgbClr val="22222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7" name="Straight Connector 1506">
                <a:extLst>
                  <a:ext uri="{FF2B5EF4-FFF2-40B4-BE49-F238E27FC236}">
                    <a16:creationId xmlns:a16="http://schemas.microsoft.com/office/drawing/2014/main" id="{DEC9BE0B-2E86-20E6-A585-41DF7FF0D4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51160" y="3648400"/>
                <a:ext cx="563503" cy="0"/>
              </a:xfrm>
              <a:prstGeom prst="line">
                <a:avLst/>
              </a:prstGeom>
              <a:ln>
                <a:solidFill>
                  <a:srgbClr val="22222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11" name="Group 1510">
              <a:extLst>
                <a:ext uri="{FF2B5EF4-FFF2-40B4-BE49-F238E27FC236}">
                  <a16:creationId xmlns:a16="http://schemas.microsoft.com/office/drawing/2014/main" id="{CF69E003-6F0D-A4FB-747E-F6BF52B05B10}"/>
                </a:ext>
              </a:extLst>
            </p:cNvPr>
            <p:cNvGrpSpPr/>
            <p:nvPr/>
          </p:nvGrpSpPr>
          <p:grpSpPr>
            <a:xfrm>
              <a:off x="2368876" y="2877694"/>
              <a:ext cx="696705" cy="830998"/>
              <a:chOff x="2368876" y="2877694"/>
              <a:chExt cx="696705" cy="830998"/>
            </a:xfrm>
          </p:grpSpPr>
          <p:sp>
            <p:nvSpPr>
              <p:cNvPr id="1483" name="Rectangle 1482">
                <a:extLst>
                  <a:ext uri="{FF2B5EF4-FFF2-40B4-BE49-F238E27FC236}">
                    <a16:creationId xmlns:a16="http://schemas.microsoft.com/office/drawing/2014/main" id="{9A5CA731-461F-D30D-3983-8C09A40459AB}"/>
                  </a:ext>
                </a:extLst>
              </p:cNvPr>
              <p:cNvSpPr/>
              <p:nvPr/>
            </p:nvSpPr>
            <p:spPr>
              <a:xfrm>
                <a:off x="2368876" y="2877694"/>
                <a:ext cx="696705" cy="83099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499" name="Group 1498">
                <a:extLst>
                  <a:ext uri="{FF2B5EF4-FFF2-40B4-BE49-F238E27FC236}">
                    <a16:creationId xmlns:a16="http://schemas.microsoft.com/office/drawing/2014/main" id="{A3331C08-391D-6FB6-D924-16B5C990F9E9}"/>
                  </a:ext>
                </a:extLst>
              </p:cNvPr>
              <p:cNvGrpSpPr/>
              <p:nvPr/>
            </p:nvGrpSpPr>
            <p:grpSpPr>
              <a:xfrm>
                <a:off x="2451160" y="3009467"/>
                <a:ext cx="563503" cy="610357"/>
                <a:chOff x="2451160" y="3038043"/>
                <a:chExt cx="563503" cy="610357"/>
              </a:xfrm>
            </p:grpSpPr>
            <p:cxnSp>
              <p:nvCxnSpPr>
                <p:cNvPr id="1488" name="Straight Connector 1487">
                  <a:extLst>
                    <a:ext uri="{FF2B5EF4-FFF2-40B4-BE49-F238E27FC236}">
                      <a16:creationId xmlns:a16="http://schemas.microsoft.com/office/drawing/2014/main" id="{2AA5A95E-B133-F8EE-F731-E5562872D5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510731" y="3038043"/>
                  <a:ext cx="503932" cy="0"/>
                </a:xfrm>
                <a:prstGeom prst="line">
                  <a:avLst/>
                </a:prstGeom>
                <a:ln>
                  <a:solidFill>
                    <a:srgbClr val="222222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0" name="Straight Connector 1489">
                  <a:extLst>
                    <a:ext uri="{FF2B5EF4-FFF2-40B4-BE49-F238E27FC236}">
                      <a16:creationId xmlns:a16="http://schemas.microsoft.com/office/drawing/2014/main" id="{072DF98A-FE19-2B85-6B5B-FE80B335A0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51160" y="3144079"/>
                  <a:ext cx="563503" cy="0"/>
                </a:xfrm>
                <a:prstGeom prst="line">
                  <a:avLst/>
                </a:prstGeom>
                <a:ln>
                  <a:solidFill>
                    <a:srgbClr val="222222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2" name="Straight Connector 1491">
                  <a:extLst>
                    <a:ext uri="{FF2B5EF4-FFF2-40B4-BE49-F238E27FC236}">
                      <a16:creationId xmlns:a16="http://schemas.microsoft.com/office/drawing/2014/main" id="{32EC4FC2-02F6-6FB6-C91B-3EED6F4914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51160" y="3238425"/>
                  <a:ext cx="563503" cy="0"/>
                </a:xfrm>
                <a:prstGeom prst="line">
                  <a:avLst/>
                </a:prstGeom>
                <a:ln>
                  <a:solidFill>
                    <a:srgbClr val="222222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3" name="Straight Connector 1492">
                  <a:extLst>
                    <a:ext uri="{FF2B5EF4-FFF2-40B4-BE49-F238E27FC236}">
                      <a16:creationId xmlns:a16="http://schemas.microsoft.com/office/drawing/2014/main" id="{0D617855-DC5F-70D6-A608-F24811CB008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51160" y="3331554"/>
                  <a:ext cx="563503" cy="0"/>
                </a:xfrm>
                <a:prstGeom prst="line">
                  <a:avLst/>
                </a:prstGeom>
                <a:ln>
                  <a:solidFill>
                    <a:srgbClr val="222222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4" name="Straight Connector 1493">
                  <a:extLst>
                    <a:ext uri="{FF2B5EF4-FFF2-40B4-BE49-F238E27FC236}">
                      <a16:creationId xmlns:a16="http://schemas.microsoft.com/office/drawing/2014/main" id="{1EA8FB2C-9196-431F-876D-A63728D3A6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51160" y="3429000"/>
                  <a:ext cx="563503" cy="0"/>
                </a:xfrm>
                <a:prstGeom prst="line">
                  <a:avLst/>
                </a:prstGeom>
                <a:ln>
                  <a:solidFill>
                    <a:srgbClr val="222222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5" name="Straight Connector 1494">
                  <a:extLst>
                    <a:ext uri="{FF2B5EF4-FFF2-40B4-BE49-F238E27FC236}">
                      <a16:creationId xmlns:a16="http://schemas.microsoft.com/office/drawing/2014/main" id="{E28176BE-D374-8CD0-6ADB-4A4F9D844C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51160" y="3542004"/>
                  <a:ext cx="563503" cy="0"/>
                </a:xfrm>
                <a:prstGeom prst="line">
                  <a:avLst/>
                </a:prstGeom>
                <a:ln>
                  <a:solidFill>
                    <a:srgbClr val="222222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6" name="Straight Connector 1495">
                  <a:extLst>
                    <a:ext uri="{FF2B5EF4-FFF2-40B4-BE49-F238E27FC236}">
                      <a16:creationId xmlns:a16="http://schemas.microsoft.com/office/drawing/2014/main" id="{78F123BD-F5FC-7E9C-6C8E-2D92F237F8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51160" y="3648400"/>
                  <a:ext cx="563503" cy="0"/>
                </a:xfrm>
                <a:prstGeom prst="line">
                  <a:avLst/>
                </a:prstGeom>
                <a:ln>
                  <a:solidFill>
                    <a:srgbClr val="222222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cxnSp>
        <p:nvCxnSpPr>
          <p:cNvPr id="1513" name="Straight Arrow Connector 1512">
            <a:extLst>
              <a:ext uri="{FF2B5EF4-FFF2-40B4-BE49-F238E27FC236}">
                <a16:creationId xmlns:a16="http://schemas.microsoft.com/office/drawing/2014/main" id="{B4E6F350-C468-7DD1-52C3-E566EA14F68F}"/>
              </a:ext>
            </a:extLst>
          </p:cNvPr>
          <p:cNvCxnSpPr>
            <a:cxnSpLocks/>
          </p:cNvCxnSpPr>
          <p:nvPr/>
        </p:nvCxnSpPr>
        <p:spPr>
          <a:xfrm>
            <a:off x="2598579" y="2251344"/>
            <a:ext cx="0" cy="29351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5" name="Straight Arrow Connector 1514">
            <a:extLst>
              <a:ext uri="{FF2B5EF4-FFF2-40B4-BE49-F238E27FC236}">
                <a16:creationId xmlns:a16="http://schemas.microsoft.com/office/drawing/2014/main" id="{4171353A-CDBF-0155-5698-E8F9C836E138}"/>
              </a:ext>
            </a:extLst>
          </p:cNvPr>
          <p:cNvCxnSpPr>
            <a:cxnSpLocks/>
          </p:cNvCxnSpPr>
          <p:nvPr/>
        </p:nvCxnSpPr>
        <p:spPr>
          <a:xfrm>
            <a:off x="3198841" y="2777573"/>
            <a:ext cx="70630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35" name="Group 1634">
            <a:extLst>
              <a:ext uri="{FF2B5EF4-FFF2-40B4-BE49-F238E27FC236}">
                <a16:creationId xmlns:a16="http://schemas.microsoft.com/office/drawing/2014/main" id="{F3CC6B1D-7902-00B5-F681-8D83D89DCB09}"/>
              </a:ext>
            </a:extLst>
          </p:cNvPr>
          <p:cNvGrpSpPr/>
          <p:nvPr/>
        </p:nvGrpSpPr>
        <p:grpSpPr>
          <a:xfrm>
            <a:off x="10935072" y="1843285"/>
            <a:ext cx="1820937" cy="1757951"/>
            <a:chOff x="8068648" y="4856162"/>
            <a:chExt cx="1820937" cy="1757951"/>
          </a:xfrm>
        </p:grpSpPr>
        <p:sp>
          <p:nvSpPr>
            <p:cNvPr id="1633" name="Rectangle 1632">
              <a:extLst>
                <a:ext uri="{FF2B5EF4-FFF2-40B4-BE49-F238E27FC236}">
                  <a16:creationId xmlns:a16="http://schemas.microsoft.com/office/drawing/2014/main" id="{0345B105-9238-D9A5-8798-2036F9D6D09D}"/>
                </a:ext>
              </a:extLst>
            </p:cNvPr>
            <p:cNvSpPr/>
            <p:nvPr/>
          </p:nvSpPr>
          <p:spPr>
            <a:xfrm>
              <a:off x="8068648" y="4856162"/>
              <a:ext cx="1789472" cy="1721475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6A4BE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24" name="Rectangle 1623">
              <a:extLst>
                <a:ext uri="{FF2B5EF4-FFF2-40B4-BE49-F238E27FC236}">
                  <a16:creationId xmlns:a16="http://schemas.microsoft.com/office/drawing/2014/main" id="{9C871C1A-E366-BDE9-43A3-0347479A8C8C}"/>
                </a:ext>
              </a:extLst>
            </p:cNvPr>
            <p:cNvSpPr/>
            <p:nvPr/>
          </p:nvSpPr>
          <p:spPr>
            <a:xfrm>
              <a:off x="8100113" y="4892638"/>
              <a:ext cx="1789472" cy="1721475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00B0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531" name="Group 1530">
            <a:extLst>
              <a:ext uri="{FF2B5EF4-FFF2-40B4-BE49-F238E27FC236}">
                <a16:creationId xmlns:a16="http://schemas.microsoft.com/office/drawing/2014/main" id="{7387CC03-3F62-437C-9FAF-E204EED95F1D}"/>
              </a:ext>
            </a:extLst>
          </p:cNvPr>
          <p:cNvGrpSpPr/>
          <p:nvPr/>
        </p:nvGrpSpPr>
        <p:grpSpPr>
          <a:xfrm>
            <a:off x="3888095" y="1256988"/>
            <a:ext cx="14892795" cy="4492311"/>
            <a:chOff x="3888095" y="1256988"/>
            <a:chExt cx="14892795" cy="4492311"/>
          </a:xfrm>
        </p:grpSpPr>
        <p:grpSp>
          <p:nvGrpSpPr>
            <p:cNvPr id="1524" name="Group 1523">
              <a:extLst>
                <a:ext uri="{FF2B5EF4-FFF2-40B4-BE49-F238E27FC236}">
                  <a16:creationId xmlns:a16="http://schemas.microsoft.com/office/drawing/2014/main" id="{2362EE66-6659-2428-064B-68B4CEC7892A}"/>
                </a:ext>
              </a:extLst>
            </p:cNvPr>
            <p:cNvGrpSpPr/>
            <p:nvPr/>
          </p:nvGrpSpPr>
          <p:grpSpPr>
            <a:xfrm>
              <a:off x="6109813" y="2001922"/>
              <a:ext cx="2071516" cy="1336027"/>
              <a:chOff x="5241723" y="4735674"/>
              <a:chExt cx="2071516" cy="1336027"/>
            </a:xfrm>
          </p:grpSpPr>
          <p:sp>
            <p:nvSpPr>
              <p:cNvPr id="1518" name="Parallelogram 1517">
                <a:extLst>
                  <a:ext uri="{FF2B5EF4-FFF2-40B4-BE49-F238E27FC236}">
                    <a16:creationId xmlns:a16="http://schemas.microsoft.com/office/drawing/2014/main" id="{14EC4C74-64EF-9444-5A14-3A941FCB1F02}"/>
                  </a:ext>
                </a:extLst>
              </p:cNvPr>
              <p:cNvSpPr/>
              <p:nvPr/>
            </p:nvSpPr>
            <p:spPr>
              <a:xfrm rot="19655225">
                <a:off x="5241723" y="4735674"/>
                <a:ext cx="1447976" cy="642093"/>
              </a:xfrm>
              <a:prstGeom prst="parallelogram">
                <a:avLst>
                  <a:gd name="adj" fmla="val 55125"/>
                </a:avLst>
              </a:prstGeom>
              <a:solidFill>
                <a:schemeClr val="bg1"/>
              </a:solidFill>
              <a:ln w="57150">
                <a:solidFill>
                  <a:srgbClr val="6A4BE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19" name="Parallelogram 1518">
                <a:extLst>
                  <a:ext uri="{FF2B5EF4-FFF2-40B4-BE49-F238E27FC236}">
                    <a16:creationId xmlns:a16="http://schemas.microsoft.com/office/drawing/2014/main" id="{7FD60E7D-5080-C995-E470-D76327518EE3}"/>
                  </a:ext>
                </a:extLst>
              </p:cNvPr>
              <p:cNvSpPr/>
              <p:nvPr/>
            </p:nvSpPr>
            <p:spPr>
              <a:xfrm rot="19655225">
                <a:off x="5383162" y="4883666"/>
                <a:ext cx="1447976" cy="642093"/>
              </a:xfrm>
              <a:prstGeom prst="parallelogram">
                <a:avLst>
                  <a:gd name="adj" fmla="val 55125"/>
                </a:avLst>
              </a:prstGeom>
              <a:solidFill>
                <a:schemeClr val="bg1"/>
              </a:solidFill>
              <a:ln w="57150">
                <a:solidFill>
                  <a:srgbClr val="6A4BE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20" name="Parallelogram 1519">
                <a:extLst>
                  <a:ext uri="{FF2B5EF4-FFF2-40B4-BE49-F238E27FC236}">
                    <a16:creationId xmlns:a16="http://schemas.microsoft.com/office/drawing/2014/main" id="{7E171521-46FC-93D6-D2B8-356D279DFA9E}"/>
                  </a:ext>
                </a:extLst>
              </p:cNvPr>
              <p:cNvSpPr/>
              <p:nvPr/>
            </p:nvSpPr>
            <p:spPr>
              <a:xfrm rot="19655225">
                <a:off x="5519697" y="5059133"/>
                <a:ext cx="1447976" cy="642093"/>
              </a:xfrm>
              <a:prstGeom prst="parallelogram">
                <a:avLst>
                  <a:gd name="adj" fmla="val 55125"/>
                </a:avLst>
              </a:prstGeom>
              <a:solidFill>
                <a:schemeClr val="bg1"/>
              </a:solidFill>
              <a:ln w="57150">
                <a:solidFill>
                  <a:srgbClr val="6A4BE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21" name="Parallelogram 1520">
                <a:extLst>
                  <a:ext uri="{FF2B5EF4-FFF2-40B4-BE49-F238E27FC236}">
                    <a16:creationId xmlns:a16="http://schemas.microsoft.com/office/drawing/2014/main" id="{CFC25CC0-C996-A374-BA1D-47D1B63193D9}"/>
                  </a:ext>
                </a:extLst>
              </p:cNvPr>
              <p:cNvSpPr/>
              <p:nvPr/>
            </p:nvSpPr>
            <p:spPr>
              <a:xfrm rot="19655225">
                <a:off x="5670445" y="5225383"/>
                <a:ext cx="1447976" cy="642093"/>
              </a:xfrm>
              <a:prstGeom prst="parallelogram">
                <a:avLst>
                  <a:gd name="adj" fmla="val 55125"/>
                </a:avLst>
              </a:prstGeom>
              <a:solidFill>
                <a:schemeClr val="bg1"/>
              </a:solidFill>
              <a:ln w="57150">
                <a:solidFill>
                  <a:srgbClr val="6A4BE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22" name="Parallelogram 1521">
                <a:extLst>
                  <a:ext uri="{FF2B5EF4-FFF2-40B4-BE49-F238E27FC236}">
                    <a16:creationId xmlns:a16="http://schemas.microsoft.com/office/drawing/2014/main" id="{E189A027-C36D-A53A-0881-C4A8A9C3F8CC}"/>
                  </a:ext>
                </a:extLst>
              </p:cNvPr>
              <p:cNvSpPr/>
              <p:nvPr/>
            </p:nvSpPr>
            <p:spPr>
              <a:xfrm rot="19655225">
                <a:off x="5865263" y="5429608"/>
                <a:ext cx="1447976" cy="642093"/>
              </a:xfrm>
              <a:prstGeom prst="parallelogram">
                <a:avLst>
                  <a:gd name="adj" fmla="val 55125"/>
                </a:avLst>
              </a:prstGeom>
              <a:solidFill>
                <a:schemeClr val="bg1"/>
              </a:solidFill>
              <a:ln w="57150">
                <a:solidFill>
                  <a:srgbClr val="6A4BE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25" name="Group 1524">
              <a:extLst>
                <a:ext uri="{FF2B5EF4-FFF2-40B4-BE49-F238E27FC236}">
                  <a16:creationId xmlns:a16="http://schemas.microsoft.com/office/drawing/2014/main" id="{D08B2888-958D-1DA2-C272-6FF5683015EB}"/>
                </a:ext>
              </a:extLst>
            </p:cNvPr>
            <p:cNvGrpSpPr/>
            <p:nvPr/>
          </p:nvGrpSpPr>
          <p:grpSpPr>
            <a:xfrm>
              <a:off x="6141710" y="2033347"/>
              <a:ext cx="2071516" cy="1336027"/>
              <a:chOff x="5241723" y="4735674"/>
              <a:chExt cx="2071516" cy="1336027"/>
            </a:xfrm>
          </p:grpSpPr>
          <p:sp>
            <p:nvSpPr>
              <p:cNvPr id="1526" name="Parallelogram 1525">
                <a:extLst>
                  <a:ext uri="{FF2B5EF4-FFF2-40B4-BE49-F238E27FC236}">
                    <a16:creationId xmlns:a16="http://schemas.microsoft.com/office/drawing/2014/main" id="{73A5BAE0-B1F7-B0CC-87F8-FA7C33913C30}"/>
                  </a:ext>
                </a:extLst>
              </p:cNvPr>
              <p:cNvSpPr/>
              <p:nvPr/>
            </p:nvSpPr>
            <p:spPr>
              <a:xfrm rot="19655225">
                <a:off x="5241723" y="4735674"/>
                <a:ext cx="1447976" cy="642093"/>
              </a:xfrm>
              <a:prstGeom prst="parallelogram">
                <a:avLst>
                  <a:gd name="adj" fmla="val 55125"/>
                </a:avLst>
              </a:prstGeom>
              <a:solidFill>
                <a:schemeClr val="bg1"/>
              </a:solidFill>
              <a:ln w="57150">
                <a:solidFill>
                  <a:srgbClr val="00B0E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27" name="Parallelogram 1526">
                <a:extLst>
                  <a:ext uri="{FF2B5EF4-FFF2-40B4-BE49-F238E27FC236}">
                    <a16:creationId xmlns:a16="http://schemas.microsoft.com/office/drawing/2014/main" id="{06D23846-A031-5FC6-429B-38EFC89303A9}"/>
                  </a:ext>
                </a:extLst>
              </p:cNvPr>
              <p:cNvSpPr/>
              <p:nvPr/>
            </p:nvSpPr>
            <p:spPr>
              <a:xfrm rot="19655225">
                <a:off x="5383162" y="4883666"/>
                <a:ext cx="1447976" cy="642093"/>
              </a:xfrm>
              <a:prstGeom prst="parallelogram">
                <a:avLst>
                  <a:gd name="adj" fmla="val 55125"/>
                </a:avLst>
              </a:prstGeom>
              <a:solidFill>
                <a:schemeClr val="bg1"/>
              </a:solidFill>
              <a:ln w="57150">
                <a:solidFill>
                  <a:srgbClr val="00B0E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28" name="Parallelogram 1527">
                <a:extLst>
                  <a:ext uri="{FF2B5EF4-FFF2-40B4-BE49-F238E27FC236}">
                    <a16:creationId xmlns:a16="http://schemas.microsoft.com/office/drawing/2014/main" id="{95F72540-D569-BDA8-C8E4-9668F2C2A363}"/>
                  </a:ext>
                </a:extLst>
              </p:cNvPr>
              <p:cNvSpPr/>
              <p:nvPr/>
            </p:nvSpPr>
            <p:spPr>
              <a:xfrm rot="19655225">
                <a:off x="5519697" y="5059133"/>
                <a:ext cx="1447976" cy="642093"/>
              </a:xfrm>
              <a:prstGeom prst="parallelogram">
                <a:avLst>
                  <a:gd name="adj" fmla="val 55125"/>
                </a:avLst>
              </a:prstGeom>
              <a:solidFill>
                <a:schemeClr val="bg1"/>
              </a:solidFill>
              <a:ln w="57150">
                <a:solidFill>
                  <a:srgbClr val="00B0E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29" name="Parallelogram 1528">
                <a:extLst>
                  <a:ext uri="{FF2B5EF4-FFF2-40B4-BE49-F238E27FC236}">
                    <a16:creationId xmlns:a16="http://schemas.microsoft.com/office/drawing/2014/main" id="{98E47358-3C4A-B281-AAD3-2A5F5C7C5721}"/>
                  </a:ext>
                </a:extLst>
              </p:cNvPr>
              <p:cNvSpPr/>
              <p:nvPr/>
            </p:nvSpPr>
            <p:spPr>
              <a:xfrm rot="19655225">
                <a:off x="5670445" y="5225383"/>
                <a:ext cx="1447976" cy="642093"/>
              </a:xfrm>
              <a:prstGeom prst="parallelogram">
                <a:avLst>
                  <a:gd name="adj" fmla="val 55125"/>
                </a:avLst>
              </a:prstGeom>
              <a:solidFill>
                <a:schemeClr val="bg1"/>
              </a:solidFill>
              <a:ln w="57150">
                <a:solidFill>
                  <a:srgbClr val="00B0E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30" name="Parallelogram 1529">
                <a:extLst>
                  <a:ext uri="{FF2B5EF4-FFF2-40B4-BE49-F238E27FC236}">
                    <a16:creationId xmlns:a16="http://schemas.microsoft.com/office/drawing/2014/main" id="{DA598F7B-6EBC-D527-F087-B0BD39B19355}"/>
                  </a:ext>
                </a:extLst>
              </p:cNvPr>
              <p:cNvSpPr/>
              <p:nvPr/>
            </p:nvSpPr>
            <p:spPr>
              <a:xfrm rot="19655225">
                <a:off x="5865263" y="5429608"/>
                <a:ext cx="1447976" cy="642093"/>
              </a:xfrm>
              <a:prstGeom prst="parallelogram">
                <a:avLst>
                  <a:gd name="adj" fmla="val 55125"/>
                </a:avLst>
              </a:prstGeom>
              <a:solidFill>
                <a:schemeClr val="bg1"/>
              </a:solidFill>
              <a:ln w="57150">
                <a:solidFill>
                  <a:srgbClr val="00B0E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475" name="Group 1474">
              <a:extLst>
                <a:ext uri="{FF2B5EF4-FFF2-40B4-BE49-F238E27FC236}">
                  <a16:creationId xmlns:a16="http://schemas.microsoft.com/office/drawing/2014/main" id="{2AFF2375-3BAE-4D14-16D2-D9AC8DC3CE53}"/>
                </a:ext>
              </a:extLst>
            </p:cNvPr>
            <p:cNvGrpSpPr/>
            <p:nvPr/>
          </p:nvGrpSpPr>
          <p:grpSpPr>
            <a:xfrm>
              <a:off x="3888095" y="1256988"/>
              <a:ext cx="14892795" cy="4492311"/>
              <a:chOff x="795647" y="522296"/>
              <a:chExt cx="14892795" cy="4492311"/>
            </a:xfrm>
          </p:grpSpPr>
          <p:grpSp>
            <p:nvGrpSpPr>
              <p:cNvPr id="1474" name="Group 1473">
                <a:extLst>
                  <a:ext uri="{FF2B5EF4-FFF2-40B4-BE49-F238E27FC236}">
                    <a16:creationId xmlns:a16="http://schemas.microsoft.com/office/drawing/2014/main" id="{87B3F58B-E95B-D83E-4845-BCA9F1A00CB1}"/>
                  </a:ext>
                </a:extLst>
              </p:cNvPr>
              <p:cNvGrpSpPr/>
              <p:nvPr/>
            </p:nvGrpSpPr>
            <p:grpSpPr>
              <a:xfrm>
                <a:off x="795647" y="522296"/>
                <a:ext cx="14892795" cy="4492311"/>
                <a:chOff x="836702" y="521249"/>
                <a:chExt cx="14892795" cy="4492311"/>
              </a:xfrm>
            </p:grpSpPr>
            <p:cxnSp>
              <p:nvCxnSpPr>
                <p:cNvPr id="1038" name="Straight Arrow Connector 1037">
                  <a:extLst>
                    <a:ext uri="{FF2B5EF4-FFF2-40B4-BE49-F238E27FC236}">
                      <a16:creationId xmlns:a16="http://schemas.microsoft.com/office/drawing/2014/main" id="{891CDCBC-2621-C424-1B41-B24343EFE8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56484" y="2087046"/>
                  <a:ext cx="369604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473" name="Group 1472">
                  <a:extLst>
                    <a:ext uri="{FF2B5EF4-FFF2-40B4-BE49-F238E27FC236}">
                      <a16:creationId xmlns:a16="http://schemas.microsoft.com/office/drawing/2014/main" id="{3899CE70-D560-7C0A-B56C-B31BEB5A8E17}"/>
                    </a:ext>
                  </a:extLst>
                </p:cNvPr>
                <p:cNvGrpSpPr/>
                <p:nvPr/>
              </p:nvGrpSpPr>
              <p:grpSpPr>
                <a:xfrm>
                  <a:off x="836702" y="1149542"/>
                  <a:ext cx="2168934" cy="2211004"/>
                  <a:chOff x="836702" y="1149542"/>
                  <a:chExt cx="2168934" cy="2211004"/>
                </a:xfrm>
              </p:grpSpPr>
              <p:grpSp>
                <p:nvGrpSpPr>
                  <p:cNvPr id="1472" name="Group 1471">
                    <a:extLst>
                      <a:ext uri="{FF2B5EF4-FFF2-40B4-BE49-F238E27FC236}">
                        <a16:creationId xmlns:a16="http://schemas.microsoft.com/office/drawing/2014/main" id="{65A9E6CB-23E8-E1FB-8D03-9ED8F5C7E7FC}"/>
                      </a:ext>
                    </a:extLst>
                  </p:cNvPr>
                  <p:cNvGrpSpPr/>
                  <p:nvPr/>
                </p:nvGrpSpPr>
                <p:grpSpPr>
                  <a:xfrm>
                    <a:off x="963561" y="1149542"/>
                    <a:ext cx="1789472" cy="1721475"/>
                    <a:chOff x="963561" y="1149542"/>
                    <a:chExt cx="1789472" cy="1721475"/>
                  </a:xfrm>
                </p:grpSpPr>
                <p:sp>
                  <p:nvSpPr>
                    <p:cNvPr id="1050" name="Rectangle 1049">
                      <a:extLst>
                        <a:ext uri="{FF2B5EF4-FFF2-40B4-BE49-F238E27FC236}">
                          <a16:creationId xmlns:a16="http://schemas.microsoft.com/office/drawing/2014/main" id="{73631061-4479-AA4B-F6D6-8B251C1287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3561" y="1149542"/>
                      <a:ext cx="1789472" cy="1721475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rgbClr val="F0F0F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grpSp>
                  <p:nvGrpSpPr>
                    <p:cNvPr id="1034" name="Group 1033">
                      <a:extLst>
                        <a:ext uri="{FF2B5EF4-FFF2-40B4-BE49-F238E27FC236}">
                          <a16:creationId xmlns:a16="http://schemas.microsoft.com/office/drawing/2014/main" id="{928FD194-E542-175A-02EE-4EBB02FA4DC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298307" y="1323503"/>
                      <a:ext cx="1193658" cy="1354719"/>
                      <a:chOff x="1256701" y="1662825"/>
                      <a:chExt cx="1193658" cy="1354719"/>
                    </a:xfrm>
                  </p:grpSpPr>
                  <p:cxnSp>
                    <p:nvCxnSpPr>
                      <p:cNvPr id="33" name="Straight Connector 32">
                        <a:extLst>
                          <a:ext uri="{FF2B5EF4-FFF2-40B4-BE49-F238E27FC236}">
                            <a16:creationId xmlns:a16="http://schemas.microsoft.com/office/drawing/2014/main" id="{CDBEFFCC-9A6D-6FA8-B5B6-D28E2741E6D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1472699" y="1683351"/>
                        <a:ext cx="650526" cy="445913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5" name="Straight Connector 34">
                        <a:extLst>
                          <a:ext uri="{FF2B5EF4-FFF2-40B4-BE49-F238E27FC236}">
                            <a16:creationId xmlns:a16="http://schemas.microsoft.com/office/drawing/2014/main" id="{9308F90C-EF08-C4A4-8CC1-A418392CCD68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524066" y="2140369"/>
                        <a:ext cx="592683" cy="330529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7" name="Straight Connector 36">
                        <a:extLst>
                          <a:ext uri="{FF2B5EF4-FFF2-40B4-BE49-F238E27FC236}">
                            <a16:creationId xmlns:a16="http://schemas.microsoft.com/office/drawing/2014/main" id="{CB50B191-8B48-67A6-595D-F066337959DC}"/>
                          </a:ext>
                        </a:extLst>
                      </p:cNvPr>
                      <p:cNvCxnSpPr>
                        <a:cxnSpLocks/>
                        <a:endCxn id="27" idx="1"/>
                      </p:cNvCxnSpPr>
                      <p:nvPr/>
                    </p:nvCxnSpPr>
                    <p:spPr>
                      <a:xfrm>
                        <a:off x="1503525" y="2234187"/>
                        <a:ext cx="553998" cy="444605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9" name="Straight Connector 38">
                        <a:extLst>
                          <a:ext uri="{FF2B5EF4-FFF2-40B4-BE49-F238E27FC236}">
                            <a16:creationId xmlns:a16="http://schemas.microsoft.com/office/drawing/2014/main" id="{F3A2621B-4078-C2C8-3C0E-40D995FE1528}"/>
                          </a:ext>
                        </a:extLst>
                      </p:cNvPr>
                      <p:cNvCxnSpPr>
                        <a:cxnSpLocks/>
                        <a:endCxn id="14" idx="1"/>
                      </p:cNvCxnSpPr>
                      <p:nvPr/>
                    </p:nvCxnSpPr>
                    <p:spPr>
                      <a:xfrm flipV="1">
                        <a:off x="1468015" y="1770547"/>
                        <a:ext cx="592683" cy="785226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grpSp>
                    <p:nvGrpSpPr>
                      <p:cNvPr id="6" name="Group 5">
                        <a:extLst>
                          <a:ext uri="{FF2B5EF4-FFF2-40B4-BE49-F238E27FC236}">
                            <a16:creationId xmlns:a16="http://schemas.microsoft.com/office/drawing/2014/main" id="{789C1B0C-CF3A-8BAE-BC34-765B84F46DE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256701" y="1997242"/>
                        <a:ext cx="416356" cy="288758"/>
                        <a:chOff x="1563715" y="842210"/>
                        <a:chExt cx="782053" cy="541421"/>
                      </a:xfrm>
                    </p:grpSpPr>
                    <p:sp>
                      <p:nvSpPr>
                        <p:cNvPr id="4" name="Oval 3">
                          <a:extLst>
                            <a:ext uri="{FF2B5EF4-FFF2-40B4-BE49-F238E27FC236}">
                              <a16:creationId xmlns:a16="http://schemas.microsoft.com/office/drawing/2014/main" id="{C6230232-F31E-8390-A33D-80574A836E7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576137" y="842210"/>
                          <a:ext cx="553452" cy="541421"/>
                        </a:xfrm>
                        <a:prstGeom prst="ellipse">
                          <a:avLst/>
                        </a:prstGeom>
                        <a:solidFill>
                          <a:srgbClr val="B3ACD5"/>
                        </a:solidFill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sp>
                      <p:nvSpPr>
                        <p:cNvPr id="5" name="TextBox 4">
                          <a:extLst>
                            <a:ext uri="{FF2B5EF4-FFF2-40B4-BE49-F238E27FC236}">
                              <a16:creationId xmlns:a16="http://schemas.microsoft.com/office/drawing/2014/main" id="{AE769512-A37D-9124-5A8A-EFA0544D17D5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563715" y="870496"/>
                          <a:ext cx="782053" cy="46166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en-US" sz="1000" b="1" dirty="0">
                              <a:latin typeface="Montserrat" pitchFamily="2" charset="77"/>
                            </a:rPr>
                            <a:t>C</a:t>
                          </a:r>
                          <a:r>
                            <a:rPr lang="en-US" sz="1000" b="1" baseline="-25000" dirty="0">
                              <a:latin typeface="Montserrat" pitchFamily="2" charset="77"/>
                            </a:rPr>
                            <a:t>1</a:t>
                          </a:r>
                        </a:p>
                      </p:txBody>
                    </p:sp>
                  </p:grpSp>
                  <p:grpSp>
                    <p:nvGrpSpPr>
                      <p:cNvPr id="10" name="Group 9">
                        <a:extLst>
                          <a:ext uri="{FF2B5EF4-FFF2-40B4-BE49-F238E27FC236}">
                            <a16:creationId xmlns:a16="http://schemas.microsoft.com/office/drawing/2014/main" id="{28F9C4ED-52F3-A993-CBCB-D2DF8496C14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259876" y="2426368"/>
                        <a:ext cx="416356" cy="288758"/>
                        <a:chOff x="1547079" y="842210"/>
                        <a:chExt cx="782053" cy="541421"/>
                      </a:xfrm>
                    </p:grpSpPr>
                    <p:sp>
                      <p:nvSpPr>
                        <p:cNvPr id="11" name="Oval 10">
                          <a:extLst>
                            <a:ext uri="{FF2B5EF4-FFF2-40B4-BE49-F238E27FC236}">
                              <a16:creationId xmlns:a16="http://schemas.microsoft.com/office/drawing/2014/main" id="{875C915C-9230-7D0C-B5B1-00CE1E2517B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576137" y="842210"/>
                          <a:ext cx="553452" cy="541421"/>
                        </a:xfrm>
                        <a:prstGeom prst="ellipse">
                          <a:avLst/>
                        </a:prstGeom>
                        <a:solidFill>
                          <a:srgbClr val="B3ACD5"/>
                        </a:solidFill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sp>
                      <p:nvSpPr>
                        <p:cNvPr id="12" name="TextBox 11">
                          <a:extLst>
                            <a:ext uri="{FF2B5EF4-FFF2-40B4-BE49-F238E27FC236}">
                              <a16:creationId xmlns:a16="http://schemas.microsoft.com/office/drawing/2014/main" id="{265833E8-7FD0-3B9D-758C-8C7D4CD4D2C0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547079" y="870496"/>
                          <a:ext cx="782053" cy="46166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en-US" sz="1000" b="1" dirty="0">
                              <a:latin typeface="Montserrat" pitchFamily="2" charset="77"/>
                            </a:rPr>
                            <a:t>C</a:t>
                          </a:r>
                          <a:r>
                            <a:rPr lang="en-US" sz="1000" b="1" baseline="-25000" dirty="0">
                              <a:latin typeface="Montserrat" pitchFamily="2" charset="77"/>
                            </a:rPr>
                            <a:t>2</a:t>
                          </a:r>
                        </a:p>
                      </p:txBody>
                    </p:sp>
                  </p:grpSp>
                  <p:cxnSp>
                    <p:nvCxnSpPr>
                      <p:cNvPr id="61" name="Straight Connector 60">
                        <a:extLst>
                          <a:ext uri="{FF2B5EF4-FFF2-40B4-BE49-F238E27FC236}">
                            <a16:creationId xmlns:a16="http://schemas.microsoft.com/office/drawing/2014/main" id="{B3CA6BF3-80D5-02AA-7307-AF20AB870D3A}"/>
                          </a:ext>
                        </a:extLst>
                      </p:cNvPr>
                      <p:cNvCxnSpPr>
                        <a:cxnSpLocks/>
                        <a:endCxn id="21" idx="1"/>
                      </p:cNvCxnSpPr>
                      <p:nvPr/>
                    </p:nvCxnSpPr>
                    <p:spPr>
                      <a:xfrm flipV="1">
                        <a:off x="1564578" y="2226257"/>
                        <a:ext cx="496120" cy="329516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3" name="Straight Connector 62">
                        <a:extLst>
                          <a:ext uri="{FF2B5EF4-FFF2-40B4-BE49-F238E27FC236}">
                            <a16:creationId xmlns:a16="http://schemas.microsoft.com/office/drawing/2014/main" id="{89108105-CF9B-ECB1-E593-DC3631CB3828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557966" y="2636088"/>
                        <a:ext cx="643194" cy="344981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grpSp>
                    <p:nvGrpSpPr>
                      <p:cNvPr id="31" name="Group 30">
                        <a:extLst>
                          <a:ext uri="{FF2B5EF4-FFF2-40B4-BE49-F238E27FC236}">
                            <a16:creationId xmlns:a16="http://schemas.microsoft.com/office/drawing/2014/main" id="{34088A78-CC31-4460-71AE-0A9BCF11731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018482" y="1662825"/>
                        <a:ext cx="431877" cy="1354719"/>
                        <a:chOff x="2125162" y="1708545"/>
                        <a:chExt cx="431877" cy="1354719"/>
                      </a:xfrm>
                    </p:grpSpPr>
                    <p:grpSp>
                      <p:nvGrpSpPr>
                        <p:cNvPr id="15" name="Group 14">
                          <a:extLst>
                            <a:ext uri="{FF2B5EF4-FFF2-40B4-BE49-F238E27FC236}">
                              <a16:creationId xmlns:a16="http://schemas.microsoft.com/office/drawing/2014/main" id="{C1F1EC3B-C2BD-563B-3EC3-4E61CD92704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151503" y="1708545"/>
                          <a:ext cx="345211" cy="215444"/>
                          <a:chOff x="2538663" y="2009442"/>
                          <a:chExt cx="345211" cy="215444"/>
                        </a:xfrm>
                      </p:grpSpPr>
                      <p:sp>
                        <p:nvSpPr>
                          <p:cNvPr id="13" name="Rectangle 12">
                            <a:extLst>
                              <a:ext uri="{FF2B5EF4-FFF2-40B4-BE49-F238E27FC236}">
                                <a16:creationId xmlns:a16="http://schemas.microsoft.com/office/drawing/2014/main" id="{C35A5B3B-6116-5D4C-BEFE-D8CE3D166DF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538663" y="2028203"/>
                            <a:ext cx="300790" cy="190622"/>
                          </a:xfrm>
                          <a:prstGeom prst="rect">
                            <a:avLst/>
                          </a:prstGeom>
                          <a:solidFill>
                            <a:srgbClr val="78C5E3"/>
                          </a:solidFill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dirty="0"/>
                          </a:p>
                        </p:txBody>
                      </p:sp>
                      <mc:AlternateContent xmlns:mc="http://schemas.openxmlformats.org/markup-compatibility/2006" xmlns:a14="http://schemas.microsoft.com/office/drawing/2010/main">
                        <mc:Choice Requires="a14">
                          <p:sp>
                            <p:nvSpPr>
                              <p:cNvPr id="14" name="TextBox 13">
                                <a:extLst>
                                  <a:ext uri="{FF2B5EF4-FFF2-40B4-BE49-F238E27FC236}">
                                    <a16:creationId xmlns:a16="http://schemas.microsoft.com/office/drawing/2014/main" id="{5D8D8BE1-1115-DD30-F710-0BB8D28902A7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2554538" y="2009442"/>
                                <a:ext cx="329336" cy="215444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14:m>
                                  <m:oMath xmlns:m="http://schemas.openxmlformats.org/officeDocument/2006/math">
                                    <m:r>
                                      <a:rPr lang="en-US" sz="8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oMath>
                                </a14:m>
                                <a:r>
                                  <a:rPr lang="en-US" sz="800" b="1" baseline="-25000" dirty="0">
                                    <a:latin typeface="Montserrat" pitchFamily="2" charset="77"/>
                                  </a:rPr>
                                  <a:t>1</a:t>
                                </a:r>
                              </a:p>
                            </p:txBody>
                          </p:sp>
                        </mc:Choice>
                        <mc:Fallback xmlns="">
                          <p:sp>
                            <p:nvSpPr>
                              <p:cNvPr id="14" name="TextBox 13">
                                <a:extLst>
                                  <a:ext uri="{FF2B5EF4-FFF2-40B4-BE49-F238E27FC236}">
                                    <a16:creationId xmlns:a16="http://schemas.microsoft.com/office/drawing/2014/main" id="{5D8D8BE1-1115-DD30-F710-0BB8D28902A7}"/>
                                  </a:ext>
                                </a:extLst>
                              </p:cNvPr>
                              <p:cNvSpPr txBox="1">
                                <a:spLocks noRot="1" noChangeAspect="1" noMove="1" noResize="1" noEditPoints="1" noAdjustHandles="1" noChangeArrowheads="1" noChangeShapeType="1" noTextEdit="1"/>
                              </p:cNvSpPr>
                              <p:nvPr/>
                            </p:nvSpPr>
                            <p:spPr>
                              <a:xfrm>
                                <a:off x="2554538" y="2009442"/>
                                <a:ext cx="329336" cy="215444"/>
                              </a:xfrm>
                              <a:prstGeom prst="rect">
                                <a:avLst/>
                              </a:prstGeom>
                              <a:blipFill>
                                <a:blip r:embed="rId9"/>
                                <a:stretch>
                                  <a:fillRect/>
                                </a:stretch>
                              </a:blipFill>
                            </p:spPr>
                            <p:txBody>
                              <a:bodyPr/>
                              <a:lstStyle/>
                              <a:p>
                                <a:r>
                                  <a:rPr lang="en-US">
                                    <a:noFill/>
                                  </a:rPr>
                                  <a:t> </a:t>
                                </a:r>
                              </a:p>
                            </p:txBody>
                          </p:sp>
                        </mc:Fallback>
                      </mc:AlternateContent>
                    </p:grpSp>
                    <p:grpSp>
                      <p:nvGrpSpPr>
                        <p:cNvPr id="16" name="Group 15">
                          <a:extLst>
                            <a:ext uri="{FF2B5EF4-FFF2-40B4-BE49-F238E27FC236}">
                              <a16:creationId xmlns:a16="http://schemas.microsoft.com/office/drawing/2014/main" id="{E99CA2D7-B817-AFF8-52FD-B2EB27B10F4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125162" y="1942750"/>
                          <a:ext cx="327131" cy="215444"/>
                          <a:chOff x="2512322" y="2015792"/>
                          <a:chExt cx="327131" cy="215444"/>
                        </a:xfrm>
                      </p:grpSpPr>
                      <p:sp>
                        <p:nvSpPr>
                          <p:cNvPr id="17" name="Rectangle 16">
                            <a:extLst>
                              <a:ext uri="{FF2B5EF4-FFF2-40B4-BE49-F238E27FC236}">
                                <a16:creationId xmlns:a16="http://schemas.microsoft.com/office/drawing/2014/main" id="{B6C9AD0F-0D5E-A597-448B-ACFAE7AA467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538663" y="2028203"/>
                            <a:ext cx="300790" cy="190622"/>
                          </a:xfrm>
                          <a:prstGeom prst="rect">
                            <a:avLst/>
                          </a:prstGeom>
                          <a:solidFill>
                            <a:srgbClr val="78C5E3"/>
                          </a:solidFill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dirty="0"/>
                          </a:p>
                        </p:txBody>
                      </p:sp>
                      <mc:AlternateContent xmlns:mc="http://schemas.openxmlformats.org/markup-compatibility/2006" xmlns:a14="http://schemas.microsoft.com/office/drawing/2010/main">
                        <mc:Choice Requires="a14">
                          <p:sp>
                            <p:nvSpPr>
                              <p:cNvPr id="18" name="TextBox 17">
                                <a:extLst>
                                  <a:ext uri="{FF2B5EF4-FFF2-40B4-BE49-F238E27FC236}">
                                    <a16:creationId xmlns:a16="http://schemas.microsoft.com/office/drawing/2014/main" id="{07A1770E-E778-E908-5303-DBBAEE5AB05D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2512322" y="2015792"/>
                                <a:ext cx="327131" cy="215444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14:m>
                                  <m:oMath xmlns:m="http://schemas.openxmlformats.org/officeDocument/2006/math">
                                    <m:r>
                                      <m:rPr>
                                        <m:nor/>
                                      </m:rPr>
                                      <a:rPr lang="en-US" sz="800" smtClean="0"/>
                                      <m:t>¬</m:t>
                                    </m:r>
                                    <m:r>
                                      <a:rPr lang="en-US" sz="8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oMath>
                                </a14:m>
                                <a:r>
                                  <a:rPr lang="en-US" sz="800" b="1" baseline="-25000" dirty="0">
                                    <a:latin typeface="Montserrat" pitchFamily="2" charset="77"/>
                                  </a:rPr>
                                  <a:t>1</a:t>
                                </a:r>
                                <a:endParaRPr lang="en-US" sz="800" b="1" dirty="0">
                                  <a:latin typeface="Montserrat" pitchFamily="2" charset="77"/>
                                </a:endParaRPr>
                              </a:p>
                            </p:txBody>
                          </p:sp>
                        </mc:Choice>
                        <mc:Fallback xmlns="">
                          <p:sp>
                            <p:nvSpPr>
                              <p:cNvPr id="18" name="TextBox 17">
                                <a:extLst>
                                  <a:ext uri="{FF2B5EF4-FFF2-40B4-BE49-F238E27FC236}">
                                    <a16:creationId xmlns:a16="http://schemas.microsoft.com/office/drawing/2014/main" id="{07A1770E-E778-E908-5303-DBBAEE5AB05D}"/>
                                  </a:ext>
                                </a:extLst>
                              </p:cNvPr>
                              <p:cNvSpPr txBox="1">
                                <a:spLocks noRot="1" noChangeAspect="1" noMove="1" noResize="1" noEditPoints="1" noAdjustHandles="1" noChangeArrowheads="1" noChangeShapeType="1" noTextEdit="1"/>
                              </p:cNvSpPr>
                              <p:nvPr/>
                            </p:nvSpPr>
                            <p:spPr>
                              <a:xfrm>
                                <a:off x="2512322" y="2015792"/>
                                <a:ext cx="327131" cy="215444"/>
                              </a:xfrm>
                              <a:prstGeom prst="rect">
                                <a:avLst/>
                              </a:prstGeom>
                              <a:blipFill>
                                <a:blip r:embed="rId10"/>
                                <a:stretch>
                                  <a:fillRect b="-11111"/>
                                </a:stretch>
                              </a:blipFill>
                            </p:spPr>
                            <p:txBody>
                              <a:bodyPr/>
                              <a:lstStyle/>
                              <a:p>
                                <a:r>
                                  <a:rPr lang="en-US">
                                    <a:noFill/>
                                  </a:rPr>
                                  <a:t> </a:t>
                                </a:r>
                              </a:p>
                            </p:txBody>
                          </p:sp>
                        </mc:Fallback>
                      </mc:AlternateContent>
                    </p:grpSp>
                    <p:grpSp>
                      <p:nvGrpSpPr>
                        <p:cNvPr id="19" name="Group 18">
                          <a:extLst>
                            <a:ext uri="{FF2B5EF4-FFF2-40B4-BE49-F238E27FC236}">
                              <a16:creationId xmlns:a16="http://schemas.microsoft.com/office/drawing/2014/main" id="{A8D09E8D-9954-00F5-E8B5-F5E56D6EC9AC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151503" y="2164255"/>
                          <a:ext cx="316665" cy="215444"/>
                          <a:chOff x="2538663" y="2009442"/>
                          <a:chExt cx="316665" cy="215444"/>
                        </a:xfrm>
                      </p:grpSpPr>
                      <p:sp>
                        <p:nvSpPr>
                          <p:cNvPr id="20" name="Rectangle 19">
                            <a:extLst>
                              <a:ext uri="{FF2B5EF4-FFF2-40B4-BE49-F238E27FC236}">
                                <a16:creationId xmlns:a16="http://schemas.microsoft.com/office/drawing/2014/main" id="{D0B530EF-1D88-1C4E-CDFC-C71B96E5C94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538663" y="2028203"/>
                            <a:ext cx="300790" cy="190622"/>
                          </a:xfrm>
                          <a:prstGeom prst="rect">
                            <a:avLst/>
                          </a:prstGeom>
                          <a:solidFill>
                            <a:srgbClr val="78C5E3"/>
                          </a:solidFill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dirty="0"/>
                          </a:p>
                        </p:txBody>
                      </p:sp>
                      <mc:AlternateContent xmlns:mc="http://schemas.openxmlformats.org/markup-compatibility/2006" xmlns:a14="http://schemas.microsoft.com/office/drawing/2010/main">
                        <mc:Choice Requires="a14">
                          <p:sp>
                            <p:nvSpPr>
                              <p:cNvPr id="21" name="TextBox 20">
                                <a:extLst>
                                  <a:ext uri="{FF2B5EF4-FFF2-40B4-BE49-F238E27FC236}">
                                    <a16:creationId xmlns:a16="http://schemas.microsoft.com/office/drawing/2014/main" id="{509A5C6F-683A-9E9B-B4ED-F1452EA145E0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2554538" y="2009442"/>
                                <a:ext cx="300790" cy="215444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14:m>
                                  <m:oMath xmlns:m="http://schemas.openxmlformats.org/officeDocument/2006/math">
                                    <m:r>
                                      <a:rPr lang="en-US" sz="8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oMath>
                                </a14:m>
                                <a:r>
                                  <a:rPr lang="en-US" sz="800" b="1" baseline="-25000" dirty="0">
                                    <a:latin typeface="Montserrat" pitchFamily="2" charset="77"/>
                                  </a:rPr>
                                  <a:t>2</a:t>
                                </a:r>
                                <a:endParaRPr lang="en-US" sz="800" b="1" dirty="0">
                                  <a:latin typeface="Montserrat" pitchFamily="2" charset="77"/>
                                </a:endParaRPr>
                              </a:p>
                            </p:txBody>
                          </p:sp>
                        </mc:Choice>
                        <mc:Fallback xmlns="">
                          <p:sp>
                            <p:nvSpPr>
                              <p:cNvPr id="21" name="TextBox 20">
                                <a:extLst>
                                  <a:ext uri="{FF2B5EF4-FFF2-40B4-BE49-F238E27FC236}">
                                    <a16:creationId xmlns:a16="http://schemas.microsoft.com/office/drawing/2014/main" id="{509A5C6F-683A-9E9B-B4ED-F1452EA145E0}"/>
                                  </a:ext>
                                </a:extLst>
                              </p:cNvPr>
                              <p:cNvSpPr txBox="1">
                                <a:spLocks noRot="1" noChangeAspect="1" noMove="1" noResize="1" noEditPoints="1" noAdjustHandles="1" noChangeArrowheads="1" noChangeShapeType="1" noTextEdit="1"/>
                              </p:cNvSpPr>
                              <p:nvPr/>
                            </p:nvSpPr>
                            <p:spPr>
                              <a:xfrm>
                                <a:off x="2554538" y="2009442"/>
                                <a:ext cx="300790" cy="215444"/>
                              </a:xfrm>
                              <a:prstGeom prst="rect">
                                <a:avLst/>
                              </a:prstGeom>
                              <a:blipFill>
                                <a:blip r:embed="rId11"/>
                                <a:stretch>
                                  <a:fillRect b="-5556"/>
                                </a:stretch>
                              </a:blipFill>
                            </p:spPr>
                            <p:txBody>
                              <a:bodyPr/>
                              <a:lstStyle/>
                              <a:p>
                                <a:r>
                                  <a:rPr lang="en-US">
                                    <a:noFill/>
                                  </a:rPr>
                                  <a:t> </a:t>
                                </a:r>
                              </a:p>
                            </p:txBody>
                          </p:sp>
                        </mc:Fallback>
                      </mc:AlternateContent>
                    </p:grpSp>
                    <p:grpSp>
                      <p:nvGrpSpPr>
                        <p:cNvPr id="22" name="Group 21">
                          <a:extLst>
                            <a:ext uri="{FF2B5EF4-FFF2-40B4-BE49-F238E27FC236}">
                              <a16:creationId xmlns:a16="http://schemas.microsoft.com/office/drawing/2014/main" id="{B3E171CC-FE15-F10A-EDA5-DBBC87B815A7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132100" y="2392110"/>
                          <a:ext cx="353939" cy="215444"/>
                          <a:chOff x="2519260" y="2009442"/>
                          <a:chExt cx="353939" cy="215444"/>
                        </a:xfrm>
                      </p:grpSpPr>
                      <p:sp>
                        <p:nvSpPr>
                          <p:cNvPr id="23" name="Rectangle 22">
                            <a:extLst>
                              <a:ext uri="{FF2B5EF4-FFF2-40B4-BE49-F238E27FC236}">
                                <a16:creationId xmlns:a16="http://schemas.microsoft.com/office/drawing/2014/main" id="{45F9BFBC-D017-49D2-BAF4-F7F0C36E563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538663" y="2028203"/>
                            <a:ext cx="300790" cy="190622"/>
                          </a:xfrm>
                          <a:prstGeom prst="rect">
                            <a:avLst/>
                          </a:prstGeom>
                          <a:solidFill>
                            <a:srgbClr val="78C5E3"/>
                          </a:solidFill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dirty="0"/>
                          </a:p>
                        </p:txBody>
                      </p:sp>
                      <mc:AlternateContent xmlns:mc="http://schemas.openxmlformats.org/markup-compatibility/2006" xmlns:a14="http://schemas.microsoft.com/office/drawing/2010/main">
                        <mc:Choice Requires="a14">
                          <p:sp>
                            <p:nvSpPr>
                              <p:cNvPr id="24" name="TextBox 23">
                                <a:extLst>
                                  <a:ext uri="{FF2B5EF4-FFF2-40B4-BE49-F238E27FC236}">
                                    <a16:creationId xmlns:a16="http://schemas.microsoft.com/office/drawing/2014/main" id="{06833873-83F3-702C-F93A-851BAADCB55B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2519260" y="2009442"/>
                                <a:ext cx="353939" cy="215444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14:m>
                                  <m:oMath xmlns:m="http://schemas.openxmlformats.org/officeDocument/2006/math">
                                    <m:r>
                                      <m:rPr>
                                        <m:nor/>
                                      </m:rPr>
                                      <a:rPr lang="en-US" sz="800" smtClean="0"/>
                                      <m:t>¬</m:t>
                                    </m:r>
                                    <m:r>
                                      <a:rPr lang="en-US" sz="8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oMath>
                                </a14:m>
                                <a:r>
                                  <a:rPr lang="en-US" sz="800" b="1" baseline="-25000" dirty="0">
                                    <a:latin typeface="Montserrat" pitchFamily="2" charset="77"/>
                                  </a:rPr>
                                  <a:t>2</a:t>
                                </a:r>
                                <a:endParaRPr lang="en-US" sz="800" b="1" dirty="0">
                                  <a:latin typeface="Montserrat" pitchFamily="2" charset="77"/>
                                </a:endParaRPr>
                              </a:p>
                            </p:txBody>
                          </p:sp>
                        </mc:Choice>
                        <mc:Fallback xmlns="">
                          <p:sp>
                            <p:nvSpPr>
                              <p:cNvPr id="24" name="TextBox 23">
                                <a:extLst>
                                  <a:ext uri="{FF2B5EF4-FFF2-40B4-BE49-F238E27FC236}">
                                    <a16:creationId xmlns:a16="http://schemas.microsoft.com/office/drawing/2014/main" id="{06833873-83F3-702C-F93A-851BAADCB55B}"/>
                                  </a:ext>
                                </a:extLst>
                              </p:cNvPr>
                              <p:cNvSpPr txBox="1">
                                <a:spLocks noRot="1" noChangeAspect="1" noMove="1" noResize="1" noEditPoints="1" noAdjustHandles="1" noChangeArrowheads="1" noChangeShapeType="1" noTextEdit="1"/>
                              </p:cNvSpPr>
                              <p:nvPr/>
                            </p:nvSpPr>
                            <p:spPr>
                              <a:xfrm>
                                <a:off x="2519260" y="2009442"/>
                                <a:ext cx="353939" cy="215444"/>
                              </a:xfrm>
                              <a:prstGeom prst="rect">
                                <a:avLst/>
                              </a:prstGeom>
                              <a:blipFill>
                                <a:blip r:embed="rId12"/>
                                <a:stretch>
                                  <a:fillRect b="-11765"/>
                                </a:stretch>
                              </a:blipFill>
                            </p:spPr>
                            <p:txBody>
                              <a:bodyPr/>
                              <a:lstStyle/>
                              <a:p>
                                <a:r>
                                  <a:rPr lang="en-US">
                                    <a:noFill/>
                                  </a:rPr>
                                  <a:t> </a:t>
                                </a:r>
                              </a:p>
                            </p:txBody>
                          </p:sp>
                        </mc:Fallback>
                      </mc:AlternateContent>
                    </p:grpSp>
                    <p:grpSp>
                      <p:nvGrpSpPr>
                        <p:cNvPr id="25" name="Group 24">
                          <a:extLst>
                            <a:ext uri="{FF2B5EF4-FFF2-40B4-BE49-F238E27FC236}">
                              <a16:creationId xmlns:a16="http://schemas.microsoft.com/office/drawing/2014/main" id="{B73EC1F4-AD1E-3A29-85BD-E9DAACC15097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151503" y="2616790"/>
                          <a:ext cx="405536" cy="215444"/>
                          <a:chOff x="2538663" y="2006267"/>
                          <a:chExt cx="405536" cy="215444"/>
                        </a:xfrm>
                      </p:grpSpPr>
                      <p:sp>
                        <p:nvSpPr>
                          <p:cNvPr id="26" name="Rectangle 25">
                            <a:extLst>
                              <a:ext uri="{FF2B5EF4-FFF2-40B4-BE49-F238E27FC236}">
                                <a16:creationId xmlns:a16="http://schemas.microsoft.com/office/drawing/2014/main" id="{08E87F48-A83E-FBB3-3661-F36D9FC5378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538663" y="2028203"/>
                            <a:ext cx="300790" cy="190622"/>
                          </a:xfrm>
                          <a:prstGeom prst="rect">
                            <a:avLst/>
                          </a:prstGeom>
                          <a:solidFill>
                            <a:srgbClr val="78C5E3"/>
                          </a:solidFill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dirty="0"/>
                          </a:p>
                        </p:txBody>
                      </p:sp>
                      <mc:AlternateContent xmlns:mc="http://schemas.openxmlformats.org/markup-compatibility/2006" xmlns:a14="http://schemas.microsoft.com/office/drawing/2010/main">
                        <mc:Choice Requires="a14">
                          <p:sp>
                            <p:nvSpPr>
                              <p:cNvPr id="27" name="TextBox 26">
                                <a:extLst>
                                  <a:ext uri="{FF2B5EF4-FFF2-40B4-BE49-F238E27FC236}">
                                    <a16:creationId xmlns:a16="http://schemas.microsoft.com/office/drawing/2014/main" id="{A5FF3E7A-43A4-7535-304E-32AE8902AB79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2551363" y="2006267"/>
                                <a:ext cx="392836" cy="215444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14:m>
                                  <m:oMath xmlns:m="http://schemas.openxmlformats.org/officeDocument/2006/math">
                                    <m:r>
                                      <a:rPr lang="en-US" sz="8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oMath>
                                </a14:m>
                                <a:r>
                                  <a:rPr lang="en-US" sz="800" b="1" baseline="-25000" dirty="0">
                                    <a:latin typeface="Montserrat" pitchFamily="2" charset="77"/>
                                  </a:rPr>
                                  <a:t>3</a:t>
                                </a:r>
                                <a:endParaRPr lang="en-US" sz="800" b="1" dirty="0">
                                  <a:latin typeface="Montserrat" pitchFamily="2" charset="77"/>
                                </a:endParaRPr>
                              </a:p>
                            </p:txBody>
                          </p:sp>
                        </mc:Choice>
                        <mc:Fallback xmlns="">
                          <p:sp>
                            <p:nvSpPr>
                              <p:cNvPr id="27" name="TextBox 26">
                                <a:extLst>
                                  <a:ext uri="{FF2B5EF4-FFF2-40B4-BE49-F238E27FC236}">
                                    <a16:creationId xmlns:a16="http://schemas.microsoft.com/office/drawing/2014/main" id="{A5FF3E7A-43A4-7535-304E-32AE8902AB79}"/>
                                  </a:ext>
                                </a:extLst>
                              </p:cNvPr>
                              <p:cNvSpPr txBox="1">
                                <a:spLocks noRot="1" noChangeAspect="1" noMove="1" noResize="1" noEditPoints="1" noAdjustHandles="1" noChangeArrowheads="1" noChangeShapeType="1" noTextEdit="1"/>
                              </p:cNvSpPr>
                              <p:nvPr/>
                            </p:nvSpPr>
                            <p:spPr>
                              <a:xfrm>
                                <a:off x="2551363" y="2006267"/>
                                <a:ext cx="392836" cy="215444"/>
                              </a:xfrm>
                              <a:prstGeom prst="rect">
                                <a:avLst/>
                              </a:prstGeom>
                              <a:blipFill>
                                <a:blip r:embed="rId13"/>
                                <a:stretch>
                                  <a:fillRect b="-11111"/>
                                </a:stretch>
                              </a:blipFill>
                            </p:spPr>
                            <p:txBody>
                              <a:bodyPr/>
                              <a:lstStyle/>
                              <a:p>
                                <a:r>
                                  <a:rPr lang="en-US">
                                    <a:noFill/>
                                  </a:rPr>
                                  <a:t> </a:t>
                                </a:r>
                              </a:p>
                            </p:txBody>
                          </p:sp>
                        </mc:Fallback>
                      </mc:AlternateContent>
                    </p:grpSp>
                    <p:grpSp>
                      <p:nvGrpSpPr>
                        <p:cNvPr id="28" name="Group 27">
                          <a:extLst>
                            <a:ext uri="{FF2B5EF4-FFF2-40B4-BE49-F238E27FC236}">
                              <a16:creationId xmlns:a16="http://schemas.microsoft.com/office/drawing/2014/main" id="{AF70BFF1-EADD-56E7-AB25-5EF1A6D7AA8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130924" y="2847820"/>
                          <a:ext cx="392836" cy="215444"/>
                          <a:chOff x="2518084" y="2009442"/>
                          <a:chExt cx="392836" cy="215444"/>
                        </a:xfrm>
                      </p:grpSpPr>
                      <p:sp>
                        <p:nvSpPr>
                          <p:cNvPr id="29" name="Rectangle 28">
                            <a:extLst>
                              <a:ext uri="{FF2B5EF4-FFF2-40B4-BE49-F238E27FC236}">
                                <a16:creationId xmlns:a16="http://schemas.microsoft.com/office/drawing/2014/main" id="{2E0E0789-D7A0-4B72-25BA-0624ACF04FD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538663" y="2028203"/>
                            <a:ext cx="300790" cy="190622"/>
                          </a:xfrm>
                          <a:prstGeom prst="rect">
                            <a:avLst/>
                          </a:prstGeom>
                          <a:solidFill>
                            <a:srgbClr val="78C5E3"/>
                          </a:solidFill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dirty="0"/>
                          </a:p>
                        </p:txBody>
                      </p:sp>
                      <mc:AlternateContent xmlns:mc="http://schemas.openxmlformats.org/markup-compatibility/2006" xmlns:a14="http://schemas.microsoft.com/office/drawing/2010/main">
                        <mc:Choice Requires="a14">
                          <p:sp>
                            <p:nvSpPr>
                              <p:cNvPr id="30" name="TextBox 29">
                                <a:extLst>
                                  <a:ext uri="{FF2B5EF4-FFF2-40B4-BE49-F238E27FC236}">
                                    <a16:creationId xmlns:a16="http://schemas.microsoft.com/office/drawing/2014/main" id="{D13715C8-5F98-9E94-9624-1820C728378F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2518084" y="2009442"/>
                                <a:ext cx="392836" cy="215444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14:m>
                                  <m:oMath xmlns:m="http://schemas.openxmlformats.org/officeDocument/2006/math">
                                    <m:r>
                                      <m:rPr>
                                        <m:nor/>
                                      </m:rPr>
                                      <a:rPr lang="en-US" sz="800" smtClean="0"/>
                                      <m:t>¬</m:t>
                                    </m:r>
                                    <m:r>
                                      <a:rPr lang="en-US" sz="8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oMath>
                                </a14:m>
                                <a:r>
                                  <a:rPr lang="en-US" sz="800" b="1" baseline="-25000" dirty="0">
                                    <a:latin typeface="Montserrat" pitchFamily="2" charset="77"/>
                                  </a:rPr>
                                  <a:t>3</a:t>
                                </a:r>
                                <a:endParaRPr lang="en-US" sz="800" b="1" dirty="0">
                                  <a:latin typeface="Montserrat" pitchFamily="2" charset="77"/>
                                </a:endParaRPr>
                              </a:p>
                            </p:txBody>
                          </p:sp>
                        </mc:Choice>
                        <mc:Fallback xmlns="">
                          <p:sp>
                            <p:nvSpPr>
                              <p:cNvPr id="30" name="TextBox 29">
                                <a:extLst>
                                  <a:ext uri="{FF2B5EF4-FFF2-40B4-BE49-F238E27FC236}">
                                    <a16:creationId xmlns:a16="http://schemas.microsoft.com/office/drawing/2014/main" id="{D13715C8-5F98-9E94-9624-1820C728378F}"/>
                                  </a:ext>
                                </a:extLst>
                              </p:cNvPr>
                              <p:cNvSpPr txBox="1">
                                <a:spLocks noRot="1" noChangeAspect="1" noMove="1" noResize="1" noEditPoints="1" noAdjustHandles="1" noChangeArrowheads="1" noChangeShapeType="1" noTextEdit="1"/>
                              </p:cNvSpPr>
                              <p:nvPr/>
                            </p:nvSpPr>
                            <p:spPr>
                              <a:xfrm>
                                <a:off x="2518084" y="2009442"/>
                                <a:ext cx="392836" cy="215444"/>
                              </a:xfrm>
                              <a:prstGeom prst="rect">
                                <a:avLst/>
                              </a:prstGeom>
                              <a:blipFill>
                                <a:blip r:embed="rId14"/>
                                <a:stretch>
                                  <a:fillRect b="-11765"/>
                                </a:stretch>
                              </a:blipFill>
                            </p:spPr>
                            <p:txBody>
                              <a:bodyPr/>
                              <a:lstStyle/>
                              <a:p>
                                <a:r>
                                  <a:rPr lang="en-US">
                                    <a:noFill/>
                                  </a:rPr>
                                  <a:t> </a:t>
                                </a:r>
                              </a:p>
                            </p:txBody>
                          </p:sp>
                        </mc:Fallback>
                      </mc:AlternateContent>
                    </p:grpSp>
                  </p:grpSp>
                </p:grpSp>
              </p:grpSp>
              <p:sp>
                <p:nvSpPr>
                  <p:cNvPr id="1052" name="TextBox 1051">
                    <a:extLst>
                      <a:ext uri="{FF2B5EF4-FFF2-40B4-BE49-F238E27FC236}">
                        <a16:creationId xmlns:a16="http://schemas.microsoft.com/office/drawing/2014/main" id="{D3D0A745-E792-2ABC-4A9B-15E79C21FDAF}"/>
                      </a:ext>
                    </a:extLst>
                  </p:cNvPr>
                  <p:cNvSpPr txBox="1"/>
                  <p:nvPr/>
                </p:nvSpPr>
                <p:spPr>
                  <a:xfrm>
                    <a:off x="836702" y="3021992"/>
                    <a:ext cx="2168934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600" b="1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CNF as Bipartite Graph</a:t>
                    </a:r>
                  </a:p>
                </p:txBody>
              </p:sp>
            </p:grpSp>
            <p:cxnSp>
              <p:nvCxnSpPr>
                <p:cNvPr id="1081" name="Straight Arrow Connector 1080">
                  <a:extLst>
                    <a:ext uri="{FF2B5EF4-FFF2-40B4-BE49-F238E27FC236}">
                      <a16:creationId xmlns:a16="http://schemas.microsoft.com/office/drawing/2014/main" id="{51491248-A27D-576C-1BD4-7590C120EE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68786" y="2017029"/>
                  <a:ext cx="369604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469" name="Group 1468">
                  <a:extLst>
                    <a:ext uri="{FF2B5EF4-FFF2-40B4-BE49-F238E27FC236}">
                      <a16:creationId xmlns:a16="http://schemas.microsoft.com/office/drawing/2014/main" id="{5F73E70F-3378-4DB9-8EB6-BDDB5A490A36}"/>
                    </a:ext>
                  </a:extLst>
                </p:cNvPr>
                <p:cNvGrpSpPr/>
                <p:nvPr/>
              </p:nvGrpSpPr>
              <p:grpSpPr>
                <a:xfrm>
                  <a:off x="5438390" y="1168669"/>
                  <a:ext cx="2194103" cy="2676089"/>
                  <a:chOff x="5438390" y="1168669"/>
                  <a:chExt cx="2194103" cy="2676089"/>
                </a:xfrm>
              </p:grpSpPr>
              <p:sp>
                <p:nvSpPr>
                  <p:cNvPr id="1084" name="TextBox 1083">
                    <a:extLst>
                      <a:ext uri="{FF2B5EF4-FFF2-40B4-BE49-F238E27FC236}">
                        <a16:creationId xmlns:a16="http://schemas.microsoft.com/office/drawing/2014/main" id="{52EBCCBF-CB05-B442-F501-42E7DC9ECA7D}"/>
                      </a:ext>
                    </a:extLst>
                  </p:cNvPr>
                  <p:cNvSpPr txBox="1"/>
                  <p:nvPr/>
                </p:nvSpPr>
                <p:spPr>
                  <a:xfrm>
                    <a:off x="5438390" y="3013761"/>
                    <a:ext cx="2194103" cy="83099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600" b="1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Variable Embeddings (sₜ)</a:t>
                    </a:r>
                  </a:p>
                  <a:p>
                    <a:pPr algn="ctr"/>
                    <a:endParaRPr lang="en-US" sz="1600" b="1" dirty="0"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grpSp>
                <p:nvGrpSpPr>
                  <p:cNvPr id="1086" name="Group 1085">
                    <a:extLst>
                      <a:ext uri="{FF2B5EF4-FFF2-40B4-BE49-F238E27FC236}">
                        <a16:creationId xmlns:a16="http://schemas.microsoft.com/office/drawing/2014/main" id="{BF2E50C9-B186-1F52-71C8-18248FA6E6C8}"/>
                      </a:ext>
                    </a:extLst>
                  </p:cNvPr>
                  <p:cNvGrpSpPr/>
                  <p:nvPr/>
                </p:nvGrpSpPr>
                <p:grpSpPr>
                  <a:xfrm>
                    <a:off x="5598749" y="1168669"/>
                    <a:ext cx="1752277" cy="1721475"/>
                    <a:chOff x="4594541" y="1165091"/>
                    <a:chExt cx="1752277" cy="1721475"/>
                  </a:xfrm>
                </p:grpSpPr>
                <p:sp>
                  <p:nvSpPr>
                    <p:cNvPr id="1085" name="Rectangle 1084">
                      <a:extLst>
                        <a:ext uri="{FF2B5EF4-FFF2-40B4-BE49-F238E27FC236}">
                          <a16:creationId xmlns:a16="http://schemas.microsoft.com/office/drawing/2014/main" id="{E389EF5D-BB79-C383-C38B-325D6DD232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94541" y="1165091"/>
                      <a:ext cx="1752277" cy="1721475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rgbClr val="F0F0F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grpSp>
                  <p:nvGrpSpPr>
                    <p:cNvPr id="1083" name="Group 1082">
                      <a:extLst>
                        <a:ext uri="{FF2B5EF4-FFF2-40B4-BE49-F238E27FC236}">
                          <a16:creationId xmlns:a16="http://schemas.microsoft.com/office/drawing/2014/main" id="{01546939-A190-CCD9-DCD5-B9F4C08709A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88641" y="1406768"/>
                      <a:ext cx="1364076" cy="1196296"/>
                      <a:chOff x="4577334" y="1408402"/>
                      <a:chExt cx="1364076" cy="1196296"/>
                    </a:xfrm>
                  </p:grpSpPr>
                  <p:sp>
                    <p:nvSpPr>
                      <p:cNvPr id="1055" name="Rounded Rectangle 1054">
                        <a:extLst>
                          <a:ext uri="{FF2B5EF4-FFF2-40B4-BE49-F238E27FC236}">
                            <a16:creationId xmlns:a16="http://schemas.microsoft.com/office/drawing/2014/main" id="{CF244A10-8958-03DC-1E7B-641B79289DC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86942" y="1411998"/>
                        <a:ext cx="1348908" cy="1190139"/>
                      </a:xfrm>
                      <a:prstGeom prst="roundRect">
                        <a:avLst/>
                      </a:prstGeom>
                      <a:solidFill>
                        <a:srgbClr val="DAD8D8"/>
                      </a:solidFill>
                      <a:ln w="38100">
                        <a:solidFill>
                          <a:srgbClr val="857A7B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grpSp>
                    <p:nvGrpSpPr>
                      <p:cNvPr id="1082" name="Group 1081">
                        <a:extLst>
                          <a:ext uri="{FF2B5EF4-FFF2-40B4-BE49-F238E27FC236}">
                            <a16:creationId xmlns:a16="http://schemas.microsoft.com/office/drawing/2014/main" id="{2ECA957C-037B-CE26-99C9-734A9334244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577334" y="1408402"/>
                        <a:ext cx="1364076" cy="1196296"/>
                        <a:chOff x="4577334" y="1408402"/>
                        <a:chExt cx="1364076" cy="1196296"/>
                      </a:xfrm>
                    </p:grpSpPr>
                    <p:grpSp>
                      <p:nvGrpSpPr>
                        <p:cNvPr id="1071" name="Group 1070">
                          <a:extLst>
                            <a:ext uri="{FF2B5EF4-FFF2-40B4-BE49-F238E27FC236}">
                              <a16:creationId xmlns:a16="http://schemas.microsoft.com/office/drawing/2014/main" id="{BC67003D-D4F0-2F82-B19A-63B242B32C9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4726414" y="1408402"/>
                          <a:ext cx="1075694" cy="1196296"/>
                          <a:chOff x="4720838" y="1408402"/>
                          <a:chExt cx="1075694" cy="1196296"/>
                        </a:xfrm>
                      </p:grpSpPr>
                      <p:grpSp>
                        <p:nvGrpSpPr>
                          <p:cNvPr id="1069" name="Group 1068">
                            <a:extLst>
                              <a:ext uri="{FF2B5EF4-FFF2-40B4-BE49-F238E27FC236}">
                                <a16:creationId xmlns:a16="http://schemas.microsoft.com/office/drawing/2014/main" id="{F88F18B3-7E95-D864-65B5-E62CB8E67DB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4720838" y="1408402"/>
                            <a:ext cx="923294" cy="1196296"/>
                            <a:chOff x="4804475" y="1408402"/>
                            <a:chExt cx="923294" cy="1196296"/>
                          </a:xfrm>
                        </p:grpSpPr>
                        <p:cxnSp>
                          <p:nvCxnSpPr>
                            <p:cNvPr id="1057" name="Straight Connector 1056">
                              <a:extLst>
                                <a:ext uri="{FF2B5EF4-FFF2-40B4-BE49-F238E27FC236}">
                                  <a16:creationId xmlns:a16="http://schemas.microsoft.com/office/drawing/2014/main" id="{4750355B-1800-6269-B786-874AAE7F69AF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4804475" y="1410351"/>
                              <a:ext cx="0" cy="1191786"/>
                            </a:xfrm>
                            <a:prstGeom prst="line">
                              <a:avLst/>
                            </a:prstGeom>
                            <a:ln w="38100">
                              <a:solidFill>
                                <a:srgbClr val="857A7B"/>
                              </a:solidFill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1060" name="Straight Connector 1059">
                              <a:extLst>
                                <a:ext uri="{FF2B5EF4-FFF2-40B4-BE49-F238E27FC236}">
                                  <a16:creationId xmlns:a16="http://schemas.microsoft.com/office/drawing/2014/main" id="{474E293F-B6E4-7B8B-0598-E3E0B1AEAEB4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4962451" y="1408402"/>
                              <a:ext cx="0" cy="1191786"/>
                            </a:xfrm>
                            <a:prstGeom prst="line">
                              <a:avLst/>
                            </a:prstGeom>
                            <a:ln w="38100">
                              <a:solidFill>
                                <a:srgbClr val="857A7B"/>
                              </a:solidFill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1061" name="Straight Connector 1060">
                              <a:extLst>
                                <a:ext uri="{FF2B5EF4-FFF2-40B4-BE49-F238E27FC236}">
                                  <a16:creationId xmlns:a16="http://schemas.microsoft.com/office/drawing/2014/main" id="{C9BBDE41-1CE1-C6A2-790B-DE4AE1951FE6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5114851" y="1412912"/>
                              <a:ext cx="0" cy="1191786"/>
                            </a:xfrm>
                            <a:prstGeom prst="line">
                              <a:avLst/>
                            </a:prstGeom>
                            <a:ln w="38100">
                              <a:solidFill>
                                <a:srgbClr val="857A7B"/>
                              </a:solidFill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1062" name="Straight Connector 1061">
                              <a:extLst>
                                <a:ext uri="{FF2B5EF4-FFF2-40B4-BE49-F238E27FC236}">
                                  <a16:creationId xmlns:a16="http://schemas.microsoft.com/office/drawing/2014/main" id="{E9E87A81-F53E-67AE-1D2E-53FF0EEA4F1E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5264994" y="1408402"/>
                              <a:ext cx="0" cy="1191786"/>
                            </a:xfrm>
                            <a:prstGeom prst="line">
                              <a:avLst/>
                            </a:prstGeom>
                            <a:ln w="38100">
                              <a:solidFill>
                                <a:srgbClr val="857A7B"/>
                              </a:solidFill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1063" name="Straight Connector 1062">
                              <a:extLst>
                                <a:ext uri="{FF2B5EF4-FFF2-40B4-BE49-F238E27FC236}">
                                  <a16:creationId xmlns:a16="http://schemas.microsoft.com/office/drawing/2014/main" id="{075D4FEF-7CD0-EDC0-294D-05DFE21E8516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5417394" y="1408402"/>
                              <a:ext cx="0" cy="1191786"/>
                            </a:xfrm>
                            <a:prstGeom prst="line">
                              <a:avLst/>
                            </a:prstGeom>
                            <a:ln w="38100">
                              <a:solidFill>
                                <a:srgbClr val="857A7B"/>
                              </a:solidFill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1064" name="Straight Connector 1063">
                              <a:extLst>
                                <a:ext uri="{FF2B5EF4-FFF2-40B4-BE49-F238E27FC236}">
                                  <a16:creationId xmlns:a16="http://schemas.microsoft.com/office/drawing/2014/main" id="{1902AFFE-B489-1911-70BF-8BC378383F83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5569794" y="1408402"/>
                              <a:ext cx="0" cy="1191786"/>
                            </a:xfrm>
                            <a:prstGeom prst="line">
                              <a:avLst/>
                            </a:prstGeom>
                            <a:ln w="38100">
                              <a:solidFill>
                                <a:srgbClr val="857A7B"/>
                              </a:solidFill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1065" name="Straight Connector 1064">
                              <a:extLst>
                                <a:ext uri="{FF2B5EF4-FFF2-40B4-BE49-F238E27FC236}">
                                  <a16:creationId xmlns:a16="http://schemas.microsoft.com/office/drawing/2014/main" id="{44609C84-D53B-736A-BA12-86233D13CF3D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5727769" y="1410874"/>
                              <a:ext cx="0" cy="1191786"/>
                            </a:xfrm>
                            <a:prstGeom prst="line">
                              <a:avLst/>
                            </a:prstGeom>
                            <a:ln w="38100">
                              <a:solidFill>
                                <a:srgbClr val="857A7B"/>
                              </a:solidFill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</p:grpSp>
                      <p:cxnSp>
                        <p:nvCxnSpPr>
                          <p:cNvPr id="1070" name="Straight Connector 1069">
                            <a:extLst>
                              <a:ext uri="{FF2B5EF4-FFF2-40B4-BE49-F238E27FC236}">
                                <a16:creationId xmlns:a16="http://schemas.microsoft.com/office/drawing/2014/main" id="{611F2170-D161-8442-DD75-93943C6D4CFE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5796532" y="1412727"/>
                            <a:ext cx="0" cy="1191786"/>
                          </a:xfrm>
                          <a:prstGeom prst="line">
                            <a:avLst/>
                          </a:prstGeom>
                          <a:ln w="38100">
                            <a:solidFill>
                              <a:srgbClr val="857A7B"/>
                            </a:solidFill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cxnSp>
                      <p:nvCxnSpPr>
                        <p:cNvPr id="1072" name="Straight Connector 1071">
                          <a:extLst>
                            <a:ext uri="{FF2B5EF4-FFF2-40B4-BE49-F238E27FC236}">
                              <a16:creationId xmlns:a16="http://schemas.microsoft.com/office/drawing/2014/main" id="{B9DC61E7-7188-0891-7611-0BFD719F3924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4582918" y="1566985"/>
                          <a:ext cx="1352932" cy="0"/>
                        </a:xfrm>
                        <a:prstGeom prst="line">
                          <a:avLst/>
                        </a:prstGeom>
                        <a:ln w="38100">
                          <a:solidFill>
                            <a:srgbClr val="857A7B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075" name="Straight Connector 1074">
                          <a:extLst>
                            <a:ext uri="{FF2B5EF4-FFF2-40B4-BE49-F238E27FC236}">
                              <a16:creationId xmlns:a16="http://schemas.microsoft.com/office/drawing/2014/main" id="{DA22D1BD-9BAF-C549-C0F6-083AFC3236FE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4584774" y="1719385"/>
                          <a:ext cx="1352932" cy="0"/>
                        </a:xfrm>
                        <a:prstGeom prst="line">
                          <a:avLst/>
                        </a:prstGeom>
                        <a:ln w="38100">
                          <a:solidFill>
                            <a:srgbClr val="857A7B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076" name="Straight Connector 1075">
                          <a:extLst>
                            <a:ext uri="{FF2B5EF4-FFF2-40B4-BE49-F238E27FC236}">
                              <a16:creationId xmlns:a16="http://schemas.microsoft.com/office/drawing/2014/main" id="{425E29E2-D747-312E-31BD-933ED813D912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4581054" y="1871785"/>
                          <a:ext cx="1352932" cy="0"/>
                        </a:xfrm>
                        <a:prstGeom prst="line">
                          <a:avLst/>
                        </a:prstGeom>
                        <a:ln w="38100">
                          <a:solidFill>
                            <a:srgbClr val="857A7B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077" name="Straight Connector 1076">
                          <a:extLst>
                            <a:ext uri="{FF2B5EF4-FFF2-40B4-BE49-F238E27FC236}">
                              <a16:creationId xmlns:a16="http://schemas.microsoft.com/office/drawing/2014/main" id="{7C10D8E6-73F2-355A-04F0-D16F03F4F128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4577334" y="2024185"/>
                          <a:ext cx="1352932" cy="0"/>
                        </a:xfrm>
                        <a:prstGeom prst="line">
                          <a:avLst/>
                        </a:prstGeom>
                        <a:ln w="38100">
                          <a:solidFill>
                            <a:srgbClr val="857A7B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078" name="Straight Connector 1077">
                          <a:extLst>
                            <a:ext uri="{FF2B5EF4-FFF2-40B4-BE49-F238E27FC236}">
                              <a16:creationId xmlns:a16="http://schemas.microsoft.com/office/drawing/2014/main" id="{8CFF2713-9399-2704-1328-981664B3E92C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4584766" y="2176585"/>
                          <a:ext cx="1352932" cy="0"/>
                        </a:xfrm>
                        <a:prstGeom prst="line">
                          <a:avLst/>
                        </a:prstGeom>
                        <a:ln w="38100">
                          <a:solidFill>
                            <a:srgbClr val="857A7B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079" name="Straight Connector 1078">
                          <a:extLst>
                            <a:ext uri="{FF2B5EF4-FFF2-40B4-BE49-F238E27FC236}">
                              <a16:creationId xmlns:a16="http://schemas.microsoft.com/office/drawing/2014/main" id="{D01AEB19-A0AC-F7DE-0A95-391A511025A7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4581048" y="2328985"/>
                          <a:ext cx="1352932" cy="0"/>
                        </a:xfrm>
                        <a:prstGeom prst="line">
                          <a:avLst/>
                        </a:prstGeom>
                        <a:ln w="38100">
                          <a:solidFill>
                            <a:srgbClr val="857A7B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080" name="Straight Connector 1079">
                          <a:extLst>
                            <a:ext uri="{FF2B5EF4-FFF2-40B4-BE49-F238E27FC236}">
                              <a16:creationId xmlns:a16="http://schemas.microsoft.com/office/drawing/2014/main" id="{301126FE-69CC-5665-C96C-0020706F2E66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4588478" y="2481385"/>
                          <a:ext cx="1352932" cy="0"/>
                        </a:xfrm>
                        <a:prstGeom prst="line">
                          <a:avLst/>
                        </a:prstGeom>
                        <a:ln w="38100">
                          <a:solidFill>
                            <a:srgbClr val="857A7B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</p:grpSp>
            </p:grpSp>
            <p:grpSp>
              <p:nvGrpSpPr>
                <p:cNvPr id="1470" name="Group 1469">
                  <a:extLst>
                    <a:ext uri="{FF2B5EF4-FFF2-40B4-BE49-F238E27FC236}">
                      <a16:creationId xmlns:a16="http://schemas.microsoft.com/office/drawing/2014/main" id="{A1FB3F80-DAD9-B91E-8C66-8E3240644D58}"/>
                    </a:ext>
                  </a:extLst>
                </p:cNvPr>
                <p:cNvGrpSpPr/>
                <p:nvPr/>
              </p:nvGrpSpPr>
              <p:grpSpPr>
                <a:xfrm>
                  <a:off x="3102221" y="1250009"/>
                  <a:ext cx="2129005" cy="2102306"/>
                  <a:chOff x="3102221" y="1250009"/>
                  <a:chExt cx="2129005" cy="2102306"/>
                </a:xfrm>
              </p:grpSpPr>
              <p:sp>
                <p:nvSpPr>
                  <p:cNvPr id="1053" name="TextBox 1052">
                    <a:extLst>
                      <a:ext uri="{FF2B5EF4-FFF2-40B4-BE49-F238E27FC236}">
                        <a16:creationId xmlns:a16="http://schemas.microsoft.com/office/drawing/2014/main" id="{1767F592-ACE2-40EB-F1B4-42CA09B4D2A9}"/>
                      </a:ext>
                    </a:extLst>
                  </p:cNvPr>
                  <p:cNvSpPr txBox="1"/>
                  <p:nvPr/>
                </p:nvSpPr>
                <p:spPr>
                  <a:xfrm>
                    <a:off x="3306639" y="3013761"/>
                    <a:ext cx="1924587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600" b="1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GNN Encoder </a:t>
                    </a:r>
                  </a:p>
                </p:txBody>
              </p:sp>
              <p:grpSp>
                <p:nvGrpSpPr>
                  <p:cNvPr id="1227" name="Group 1226">
                    <a:extLst>
                      <a:ext uri="{FF2B5EF4-FFF2-40B4-BE49-F238E27FC236}">
                        <a16:creationId xmlns:a16="http://schemas.microsoft.com/office/drawing/2014/main" id="{C4537A84-A0CC-6B1B-A910-8E9332E70635}"/>
                      </a:ext>
                    </a:extLst>
                  </p:cNvPr>
                  <p:cNvGrpSpPr/>
                  <p:nvPr/>
                </p:nvGrpSpPr>
                <p:grpSpPr>
                  <a:xfrm>
                    <a:off x="3102221" y="1250009"/>
                    <a:ext cx="2071516" cy="1390704"/>
                    <a:chOff x="3492172" y="3829641"/>
                    <a:chExt cx="2071516" cy="1390704"/>
                  </a:xfrm>
                </p:grpSpPr>
                <p:grpSp>
                  <p:nvGrpSpPr>
                    <p:cNvPr id="1216" name="Group 1215">
                      <a:extLst>
                        <a:ext uri="{FF2B5EF4-FFF2-40B4-BE49-F238E27FC236}">
                          <a16:creationId xmlns:a16="http://schemas.microsoft.com/office/drawing/2014/main" id="{0EF80029-2009-E1E6-5A2A-3112CA074DC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492172" y="3829641"/>
                      <a:ext cx="1447976" cy="694525"/>
                      <a:chOff x="6711297" y="3874404"/>
                      <a:chExt cx="1447976" cy="694525"/>
                    </a:xfrm>
                  </p:grpSpPr>
                  <p:sp>
                    <p:nvSpPr>
                      <p:cNvPr id="1217" name="Parallelogram 1216">
                        <a:extLst>
                          <a:ext uri="{FF2B5EF4-FFF2-40B4-BE49-F238E27FC236}">
                            <a16:creationId xmlns:a16="http://schemas.microsoft.com/office/drawing/2014/main" id="{79D32DAE-4760-49E3-BC39-BC2893E7252C}"/>
                          </a:ext>
                        </a:extLst>
                      </p:cNvPr>
                      <p:cNvSpPr/>
                      <p:nvPr/>
                    </p:nvSpPr>
                    <p:spPr>
                      <a:xfrm rot="19655225">
                        <a:off x="6711297" y="3909725"/>
                        <a:ext cx="1447976" cy="642093"/>
                      </a:xfrm>
                      <a:prstGeom prst="parallelogram">
                        <a:avLst>
                          <a:gd name="adj" fmla="val 55125"/>
                        </a:avLst>
                      </a:prstGeom>
                      <a:solidFill>
                        <a:schemeClr val="bg1"/>
                      </a:solidFill>
                      <a:ln w="38100">
                        <a:solidFill>
                          <a:srgbClr val="857A7B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cxnSp>
                    <p:nvCxnSpPr>
                      <p:cNvPr id="1218" name="Straight Connector 1217">
                        <a:extLst>
                          <a:ext uri="{FF2B5EF4-FFF2-40B4-BE49-F238E27FC236}">
                            <a16:creationId xmlns:a16="http://schemas.microsoft.com/office/drawing/2014/main" id="{179BB894-C2C4-4DC7-B417-FAE51BE62FCB}"/>
                          </a:ext>
                        </a:extLst>
                      </p:cNvPr>
                      <p:cNvCxnSpPr>
                        <a:cxnSpLocks/>
                        <a:endCxn id="1225" idx="2"/>
                      </p:cNvCxnSpPr>
                      <p:nvPr/>
                    </p:nvCxnSpPr>
                    <p:spPr>
                      <a:xfrm>
                        <a:off x="7159101" y="4131631"/>
                        <a:ext cx="167028" cy="57165"/>
                      </a:xfrm>
                      <a:prstGeom prst="line">
                        <a:avLst/>
                      </a:prstGeom>
                      <a:ln>
                        <a:solidFill>
                          <a:srgbClr val="97979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19" name="Straight Connector 1218">
                        <a:extLst>
                          <a:ext uri="{FF2B5EF4-FFF2-40B4-BE49-F238E27FC236}">
                            <a16:creationId xmlns:a16="http://schemas.microsoft.com/office/drawing/2014/main" id="{C479ECF6-28C4-C905-AAFF-DAA93192A0D8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7117828" y="4156259"/>
                        <a:ext cx="0" cy="324361"/>
                      </a:xfrm>
                      <a:prstGeom prst="line">
                        <a:avLst/>
                      </a:prstGeom>
                      <a:ln>
                        <a:solidFill>
                          <a:srgbClr val="97979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20" name="Straight Connector 1219">
                        <a:extLst>
                          <a:ext uri="{FF2B5EF4-FFF2-40B4-BE49-F238E27FC236}">
                            <a16:creationId xmlns:a16="http://schemas.microsoft.com/office/drawing/2014/main" id="{633279FB-38CA-0558-D316-DF82BBE0CB61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7153539" y="4145523"/>
                        <a:ext cx="101627" cy="129949"/>
                      </a:xfrm>
                      <a:prstGeom prst="line">
                        <a:avLst/>
                      </a:prstGeom>
                      <a:ln>
                        <a:solidFill>
                          <a:srgbClr val="97979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21" name="Straight Connector 1220">
                        <a:extLst>
                          <a:ext uri="{FF2B5EF4-FFF2-40B4-BE49-F238E27FC236}">
                            <a16:creationId xmlns:a16="http://schemas.microsoft.com/office/drawing/2014/main" id="{D4A7BB19-F6BA-BDB7-F9EA-E82EAED95C6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7355090" y="3922825"/>
                        <a:ext cx="0" cy="226925"/>
                      </a:xfrm>
                      <a:prstGeom prst="line">
                        <a:avLst/>
                      </a:prstGeom>
                      <a:ln>
                        <a:solidFill>
                          <a:srgbClr val="97979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22" name="Straight Connector 1221">
                        <a:extLst>
                          <a:ext uri="{FF2B5EF4-FFF2-40B4-BE49-F238E27FC236}">
                            <a16:creationId xmlns:a16="http://schemas.microsoft.com/office/drawing/2014/main" id="{57F0214F-4793-8EFA-E712-7A371B9DBC1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7428479" y="3874404"/>
                        <a:ext cx="252541" cy="57946"/>
                      </a:xfrm>
                      <a:prstGeom prst="line">
                        <a:avLst/>
                      </a:prstGeom>
                      <a:ln>
                        <a:solidFill>
                          <a:srgbClr val="97979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223" name="Oval 1222">
                        <a:extLst>
                          <a:ext uri="{FF2B5EF4-FFF2-40B4-BE49-F238E27FC236}">
                            <a16:creationId xmlns:a16="http://schemas.microsoft.com/office/drawing/2014/main" id="{B57F3561-F06A-0EC5-F095-EA20A80ECED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76318" y="4076146"/>
                        <a:ext cx="91453" cy="88309"/>
                      </a:xfrm>
                      <a:prstGeom prst="ellipse">
                        <a:avLst/>
                      </a:prstGeom>
                      <a:solidFill>
                        <a:srgbClr val="857A7B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224" name="Oval 1223">
                        <a:extLst>
                          <a:ext uri="{FF2B5EF4-FFF2-40B4-BE49-F238E27FC236}">
                            <a16:creationId xmlns:a16="http://schemas.microsoft.com/office/drawing/2014/main" id="{F64B0290-5E69-DFAD-E5DF-D17C26775E5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651752" y="3909892"/>
                        <a:ext cx="91453" cy="88309"/>
                      </a:xfrm>
                      <a:prstGeom prst="ellipse">
                        <a:avLst/>
                      </a:prstGeom>
                      <a:solidFill>
                        <a:srgbClr val="857A7B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225" name="Oval 1224">
                        <a:extLst>
                          <a:ext uri="{FF2B5EF4-FFF2-40B4-BE49-F238E27FC236}">
                            <a16:creationId xmlns:a16="http://schemas.microsoft.com/office/drawing/2014/main" id="{2791AB9A-0CB8-6AF4-E02C-C1AB99D6ED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326129" y="4144641"/>
                        <a:ext cx="91453" cy="88309"/>
                      </a:xfrm>
                      <a:prstGeom prst="ellipse">
                        <a:avLst/>
                      </a:prstGeom>
                      <a:solidFill>
                        <a:srgbClr val="857A7B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226" name="Oval 1225">
                        <a:extLst>
                          <a:ext uri="{FF2B5EF4-FFF2-40B4-BE49-F238E27FC236}">
                            <a16:creationId xmlns:a16="http://schemas.microsoft.com/office/drawing/2014/main" id="{3B249BCA-29A2-82C8-3D80-0EB85062E37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72102" y="4480620"/>
                        <a:ext cx="91453" cy="88309"/>
                      </a:xfrm>
                      <a:prstGeom prst="ellipse">
                        <a:avLst/>
                      </a:prstGeom>
                      <a:solidFill>
                        <a:srgbClr val="857A7B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</p:grpSp>
                <p:grpSp>
                  <p:nvGrpSpPr>
                    <p:cNvPr id="1205" name="Group 1204">
                      <a:extLst>
                        <a:ext uri="{FF2B5EF4-FFF2-40B4-BE49-F238E27FC236}">
                          <a16:creationId xmlns:a16="http://schemas.microsoft.com/office/drawing/2014/main" id="{D2EBF578-CD31-4BE5-3784-5038EA638CC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633611" y="3977633"/>
                      <a:ext cx="1447976" cy="694525"/>
                      <a:chOff x="6711297" y="3874404"/>
                      <a:chExt cx="1447976" cy="694525"/>
                    </a:xfrm>
                  </p:grpSpPr>
                  <p:sp>
                    <p:nvSpPr>
                      <p:cNvPr id="1206" name="Parallelogram 1205">
                        <a:extLst>
                          <a:ext uri="{FF2B5EF4-FFF2-40B4-BE49-F238E27FC236}">
                            <a16:creationId xmlns:a16="http://schemas.microsoft.com/office/drawing/2014/main" id="{9019235C-5587-E587-7018-0DF455C3B5E3}"/>
                          </a:ext>
                        </a:extLst>
                      </p:cNvPr>
                      <p:cNvSpPr/>
                      <p:nvPr/>
                    </p:nvSpPr>
                    <p:spPr>
                      <a:xfrm rot="19655225">
                        <a:off x="6711297" y="3909725"/>
                        <a:ext cx="1447976" cy="642093"/>
                      </a:xfrm>
                      <a:prstGeom prst="parallelogram">
                        <a:avLst>
                          <a:gd name="adj" fmla="val 55125"/>
                        </a:avLst>
                      </a:prstGeom>
                      <a:solidFill>
                        <a:schemeClr val="bg1"/>
                      </a:solidFill>
                      <a:ln w="38100">
                        <a:solidFill>
                          <a:srgbClr val="857A7B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cxnSp>
                    <p:nvCxnSpPr>
                      <p:cNvPr id="1207" name="Straight Connector 1206">
                        <a:extLst>
                          <a:ext uri="{FF2B5EF4-FFF2-40B4-BE49-F238E27FC236}">
                            <a16:creationId xmlns:a16="http://schemas.microsoft.com/office/drawing/2014/main" id="{DFFF8FE6-6733-3528-3ACB-848C18801745}"/>
                          </a:ext>
                        </a:extLst>
                      </p:cNvPr>
                      <p:cNvCxnSpPr>
                        <a:cxnSpLocks/>
                        <a:endCxn id="1214" idx="2"/>
                      </p:cNvCxnSpPr>
                      <p:nvPr/>
                    </p:nvCxnSpPr>
                    <p:spPr>
                      <a:xfrm>
                        <a:off x="7159101" y="4131631"/>
                        <a:ext cx="167028" cy="57165"/>
                      </a:xfrm>
                      <a:prstGeom prst="line">
                        <a:avLst/>
                      </a:prstGeom>
                      <a:ln>
                        <a:solidFill>
                          <a:srgbClr val="97979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08" name="Straight Connector 1207">
                        <a:extLst>
                          <a:ext uri="{FF2B5EF4-FFF2-40B4-BE49-F238E27FC236}">
                            <a16:creationId xmlns:a16="http://schemas.microsoft.com/office/drawing/2014/main" id="{F5B0A5D4-E4D8-85FF-5756-5076FDDD27E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7117828" y="4156259"/>
                        <a:ext cx="0" cy="324361"/>
                      </a:xfrm>
                      <a:prstGeom prst="line">
                        <a:avLst/>
                      </a:prstGeom>
                      <a:ln>
                        <a:solidFill>
                          <a:srgbClr val="97979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09" name="Straight Connector 1208">
                        <a:extLst>
                          <a:ext uri="{FF2B5EF4-FFF2-40B4-BE49-F238E27FC236}">
                            <a16:creationId xmlns:a16="http://schemas.microsoft.com/office/drawing/2014/main" id="{08357975-A30C-8845-B444-4CFDA9A74F0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7153539" y="4145523"/>
                        <a:ext cx="101627" cy="129949"/>
                      </a:xfrm>
                      <a:prstGeom prst="line">
                        <a:avLst/>
                      </a:prstGeom>
                      <a:ln>
                        <a:solidFill>
                          <a:srgbClr val="97979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10" name="Straight Connector 1209">
                        <a:extLst>
                          <a:ext uri="{FF2B5EF4-FFF2-40B4-BE49-F238E27FC236}">
                            <a16:creationId xmlns:a16="http://schemas.microsoft.com/office/drawing/2014/main" id="{01571B9B-EE22-9001-A6C1-EAC450B267A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7355090" y="3922825"/>
                        <a:ext cx="0" cy="226925"/>
                      </a:xfrm>
                      <a:prstGeom prst="line">
                        <a:avLst/>
                      </a:prstGeom>
                      <a:ln>
                        <a:solidFill>
                          <a:srgbClr val="97979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11" name="Straight Connector 1210">
                        <a:extLst>
                          <a:ext uri="{FF2B5EF4-FFF2-40B4-BE49-F238E27FC236}">
                            <a16:creationId xmlns:a16="http://schemas.microsoft.com/office/drawing/2014/main" id="{AF5461E0-2499-8C1E-752F-91A1EEFD160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7428479" y="3874404"/>
                        <a:ext cx="252541" cy="57946"/>
                      </a:xfrm>
                      <a:prstGeom prst="line">
                        <a:avLst/>
                      </a:prstGeom>
                      <a:ln>
                        <a:solidFill>
                          <a:srgbClr val="97979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212" name="Oval 1211">
                        <a:extLst>
                          <a:ext uri="{FF2B5EF4-FFF2-40B4-BE49-F238E27FC236}">
                            <a16:creationId xmlns:a16="http://schemas.microsoft.com/office/drawing/2014/main" id="{F9FA4023-CA10-4899-82E5-950F08F88A1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76318" y="4076146"/>
                        <a:ext cx="91453" cy="88309"/>
                      </a:xfrm>
                      <a:prstGeom prst="ellipse">
                        <a:avLst/>
                      </a:prstGeom>
                      <a:solidFill>
                        <a:srgbClr val="857A7B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213" name="Oval 1212">
                        <a:extLst>
                          <a:ext uri="{FF2B5EF4-FFF2-40B4-BE49-F238E27FC236}">
                            <a16:creationId xmlns:a16="http://schemas.microsoft.com/office/drawing/2014/main" id="{0E49CEDB-0D5B-D193-FAD4-ECE330EA558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651752" y="3909892"/>
                        <a:ext cx="91453" cy="88309"/>
                      </a:xfrm>
                      <a:prstGeom prst="ellipse">
                        <a:avLst/>
                      </a:prstGeom>
                      <a:solidFill>
                        <a:srgbClr val="857A7B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214" name="Oval 1213">
                        <a:extLst>
                          <a:ext uri="{FF2B5EF4-FFF2-40B4-BE49-F238E27FC236}">
                            <a16:creationId xmlns:a16="http://schemas.microsoft.com/office/drawing/2014/main" id="{D692CF71-0E42-3B0E-7115-26822C7CCA0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326129" y="4144641"/>
                        <a:ext cx="91453" cy="88309"/>
                      </a:xfrm>
                      <a:prstGeom prst="ellipse">
                        <a:avLst/>
                      </a:prstGeom>
                      <a:solidFill>
                        <a:srgbClr val="857A7B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215" name="Oval 1214">
                        <a:extLst>
                          <a:ext uri="{FF2B5EF4-FFF2-40B4-BE49-F238E27FC236}">
                            <a16:creationId xmlns:a16="http://schemas.microsoft.com/office/drawing/2014/main" id="{A5B2AD2F-C2B6-E216-2B9D-9EB0704AAD2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72102" y="4480620"/>
                        <a:ext cx="91453" cy="88309"/>
                      </a:xfrm>
                      <a:prstGeom prst="ellipse">
                        <a:avLst/>
                      </a:prstGeom>
                      <a:solidFill>
                        <a:srgbClr val="857A7B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</p:grpSp>
                <p:grpSp>
                  <p:nvGrpSpPr>
                    <p:cNvPr id="1204" name="Group 1203">
                      <a:extLst>
                        <a:ext uri="{FF2B5EF4-FFF2-40B4-BE49-F238E27FC236}">
                          <a16:creationId xmlns:a16="http://schemas.microsoft.com/office/drawing/2014/main" id="{EF0420CC-BA75-D03D-5A23-1C8ABBFF7B0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770146" y="4153100"/>
                      <a:ext cx="1447976" cy="694525"/>
                      <a:chOff x="6711297" y="3874404"/>
                      <a:chExt cx="1447976" cy="694525"/>
                    </a:xfrm>
                  </p:grpSpPr>
                  <p:sp>
                    <p:nvSpPr>
                      <p:cNvPr id="1192" name="Parallelogram 1191">
                        <a:extLst>
                          <a:ext uri="{FF2B5EF4-FFF2-40B4-BE49-F238E27FC236}">
                            <a16:creationId xmlns:a16="http://schemas.microsoft.com/office/drawing/2014/main" id="{F42489EB-CF36-B2EE-7036-979F36D2D98B}"/>
                          </a:ext>
                        </a:extLst>
                      </p:cNvPr>
                      <p:cNvSpPr/>
                      <p:nvPr/>
                    </p:nvSpPr>
                    <p:spPr>
                      <a:xfrm rot="19655225">
                        <a:off x="6711297" y="3909725"/>
                        <a:ext cx="1447976" cy="642093"/>
                      </a:xfrm>
                      <a:prstGeom prst="parallelogram">
                        <a:avLst>
                          <a:gd name="adj" fmla="val 55125"/>
                        </a:avLst>
                      </a:prstGeom>
                      <a:solidFill>
                        <a:schemeClr val="bg1"/>
                      </a:solidFill>
                      <a:ln w="38100">
                        <a:solidFill>
                          <a:srgbClr val="857A7B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cxnSp>
                    <p:nvCxnSpPr>
                      <p:cNvPr id="1193" name="Straight Connector 1192">
                        <a:extLst>
                          <a:ext uri="{FF2B5EF4-FFF2-40B4-BE49-F238E27FC236}">
                            <a16:creationId xmlns:a16="http://schemas.microsoft.com/office/drawing/2014/main" id="{756AB4A7-B29E-2A88-98AD-986193CB79B0}"/>
                          </a:ext>
                        </a:extLst>
                      </p:cNvPr>
                      <p:cNvCxnSpPr>
                        <a:cxnSpLocks/>
                        <a:endCxn id="1200" idx="2"/>
                      </p:cNvCxnSpPr>
                      <p:nvPr/>
                    </p:nvCxnSpPr>
                    <p:spPr>
                      <a:xfrm>
                        <a:off x="7159101" y="4131631"/>
                        <a:ext cx="167028" cy="57165"/>
                      </a:xfrm>
                      <a:prstGeom prst="line">
                        <a:avLst/>
                      </a:prstGeom>
                      <a:ln>
                        <a:solidFill>
                          <a:srgbClr val="97979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94" name="Straight Connector 1193">
                        <a:extLst>
                          <a:ext uri="{FF2B5EF4-FFF2-40B4-BE49-F238E27FC236}">
                            <a16:creationId xmlns:a16="http://schemas.microsoft.com/office/drawing/2014/main" id="{F00498A2-6227-6FDC-B2A4-22A51646740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7117828" y="4156259"/>
                        <a:ext cx="0" cy="324361"/>
                      </a:xfrm>
                      <a:prstGeom prst="line">
                        <a:avLst/>
                      </a:prstGeom>
                      <a:ln>
                        <a:solidFill>
                          <a:srgbClr val="97979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95" name="Straight Connector 1194">
                        <a:extLst>
                          <a:ext uri="{FF2B5EF4-FFF2-40B4-BE49-F238E27FC236}">
                            <a16:creationId xmlns:a16="http://schemas.microsoft.com/office/drawing/2014/main" id="{BCE78CD2-65C5-237D-2597-AD4D681C58C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7153539" y="4145523"/>
                        <a:ext cx="101627" cy="129949"/>
                      </a:xfrm>
                      <a:prstGeom prst="line">
                        <a:avLst/>
                      </a:prstGeom>
                      <a:ln>
                        <a:solidFill>
                          <a:srgbClr val="97979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96" name="Straight Connector 1195">
                        <a:extLst>
                          <a:ext uri="{FF2B5EF4-FFF2-40B4-BE49-F238E27FC236}">
                            <a16:creationId xmlns:a16="http://schemas.microsoft.com/office/drawing/2014/main" id="{54972550-0980-0304-C6DB-E43520FB4469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7355090" y="3922825"/>
                        <a:ext cx="0" cy="226925"/>
                      </a:xfrm>
                      <a:prstGeom prst="line">
                        <a:avLst/>
                      </a:prstGeom>
                      <a:ln>
                        <a:solidFill>
                          <a:srgbClr val="97979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97" name="Straight Connector 1196">
                        <a:extLst>
                          <a:ext uri="{FF2B5EF4-FFF2-40B4-BE49-F238E27FC236}">
                            <a16:creationId xmlns:a16="http://schemas.microsoft.com/office/drawing/2014/main" id="{4CF36420-5DFA-A8EB-D0B8-9182CFE361D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7428479" y="3874404"/>
                        <a:ext cx="252541" cy="57946"/>
                      </a:xfrm>
                      <a:prstGeom prst="line">
                        <a:avLst/>
                      </a:prstGeom>
                      <a:ln>
                        <a:solidFill>
                          <a:srgbClr val="97979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198" name="Oval 1197">
                        <a:extLst>
                          <a:ext uri="{FF2B5EF4-FFF2-40B4-BE49-F238E27FC236}">
                            <a16:creationId xmlns:a16="http://schemas.microsoft.com/office/drawing/2014/main" id="{D6923A31-13AD-DF79-5814-A62CA0A4B36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76318" y="4076146"/>
                        <a:ext cx="91453" cy="88309"/>
                      </a:xfrm>
                      <a:prstGeom prst="ellipse">
                        <a:avLst/>
                      </a:prstGeom>
                      <a:solidFill>
                        <a:srgbClr val="857A7B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199" name="Oval 1198">
                        <a:extLst>
                          <a:ext uri="{FF2B5EF4-FFF2-40B4-BE49-F238E27FC236}">
                            <a16:creationId xmlns:a16="http://schemas.microsoft.com/office/drawing/2014/main" id="{B8009816-0C77-E423-FA40-7031E71F198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651752" y="3909892"/>
                        <a:ext cx="91453" cy="88309"/>
                      </a:xfrm>
                      <a:prstGeom prst="ellipse">
                        <a:avLst/>
                      </a:prstGeom>
                      <a:solidFill>
                        <a:srgbClr val="857A7B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200" name="Oval 1199">
                        <a:extLst>
                          <a:ext uri="{FF2B5EF4-FFF2-40B4-BE49-F238E27FC236}">
                            <a16:creationId xmlns:a16="http://schemas.microsoft.com/office/drawing/2014/main" id="{CBFA6D41-FCB8-3EB6-EADE-50CB44C52F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326129" y="4144641"/>
                        <a:ext cx="91453" cy="88309"/>
                      </a:xfrm>
                      <a:prstGeom prst="ellipse">
                        <a:avLst/>
                      </a:prstGeom>
                      <a:solidFill>
                        <a:srgbClr val="857A7B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201" name="Oval 1200">
                        <a:extLst>
                          <a:ext uri="{FF2B5EF4-FFF2-40B4-BE49-F238E27FC236}">
                            <a16:creationId xmlns:a16="http://schemas.microsoft.com/office/drawing/2014/main" id="{8DD98B93-DEA5-77F5-6919-A378C48284D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72102" y="4480620"/>
                        <a:ext cx="91453" cy="88309"/>
                      </a:xfrm>
                      <a:prstGeom prst="ellipse">
                        <a:avLst/>
                      </a:prstGeom>
                      <a:solidFill>
                        <a:srgbClr val="857A7B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</p:grpSp>
                <p:grpSp>
                  <p:nvGrpSpPr>
                    <p:cNvPr id="1203" name="Group 1202">
                      <a:extLst>
                        <a:ext uri="{FF2B5EF4-FFF2-40B4-BE49-F238E27FC236}">
                          <a16:creationId xmlns:a16="http://schemas.microsoft.com/office/drawing/2014/main" id="{15DE7E1C-14D6-CB85-7F15-1648D38C8BA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920894" y="4319350"/>
                      <a:ext cx="1447976" cy="694525"/>
                      <a:chOff x="3920894" y="4319350"/>
                      <a:chExt cx="1447976" cy="694525"/>
                    </a:xfrm>
                  </p:grpSpPr>
                  <p:sp>
                    <p:nvSpPr>
                      <p:cNvPr id="1151" name="Parallelogram 1150">
                        <a:extLst>
                          <a:ext uri="{FF2B5EF4-FFF2-40B4-BE49-F238E27FC236}">
                            <a16:creationId xmlns:a16="http://schemas.microsoft.com/office/drawing/2014/main" id="{FFA02509-E281-5ADC-C667-20F23F2B1CE1}"/>
                          </a:ext>
                        </a:extLst>
                      </p:cNvPr>
                      <p:cNvSpPr/>
                      <p:nvPr/>
                    </p:nvSpPr>
                    <p:spPr>
                      <a:xfrm rot="19655225">
                        <a:off x="3920894" y="4354671"/>
                        <a:ext cx="1447976" cy="642093"/>
                      </a:xfrm>
                      <a:prstGeom prst="parallelogram">
                        <a:avLst>
                          <a:gd name="adj" fmla="val 55125"/>
                        </a:avLst>
                      </a:prstGeom>
                      <a:solidFill>
                        <a:schemeClr val="bg1"/>
                      </a:solidFill>
                      <a:ln w="38100">
                        <a:solidFill>
                          <a:srgbClr val="857A7B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grpSp>
                    <p:nvGrpSpPr>
                      <p:cNvPr id="1202" name="Group 1201">
                        <a:extLst>
                          <a:ext uri="{FF2B5EF4-FFF2-40B4-BE49-F238E27FC236}">
                            <a16:creationId xmlns:a16="http://schemas.microsoft.com/office/drawing/2014/main" id="{0B4A3F9D-D8ED-B96D-2FE1-60B46B01FAB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281699" y="4319350"/>
                        <a:ext cx="671103" cy="694525"/>
                        <a:chOff x="4281699" y="4319350"/>
                        <a:chExt cx="671103" cy="694525"/>
                      </a:xfrm>
                    </p:grpSpPr>
                    <p:cxnSp>
                      <p:nvCxnSpPr>
                        <p:cNvPr id="1156" name="Straight Connector 1155">
                          <a:extLst>
                            <a:ext uri="{FF2B5EF4-FFF2-40B4-BE49-F238E27FC236}">
                              <a16:creationId xmlns:a16="http://schemas.microsoft.com/office/drawing/2014/main" id="{091BF17C-A32D-9759-70FC-2EDA6339A4EF}"/>
                            </a:ext>
                          </a:extLst>
                        </p:cNvPr>
                        <p:cNvCxnSpPr>
                          <a:cxnSpLocks/>
                          <a:endCxn id="1149" idx="2"/>
                        </p:cNvCxnSpPr>
                        <p:nvPr/>
                      </p:nvCxnSpPr>
                      <p:spPr>
                        <a:xfrm>
                          <a:off x="4368698" y="4576577"/>
                          <a:ext cx="167028" cy="57165"/>
                        </a:xfrm>
                        <a:prstGeom prst="line">
                          <a:avLst/>
                        </a:prstGeom>
                        <a:ln>
                          <a:solidFill>
                            <a:srgbClr val="979797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158" name="Straight Connector 1157">
                          <a:extLst>
                            <a:ext uri="{FF2B5EF4-FFF2-40B4-BE49-F238E27FC236}">
                              <a16:creationId xmlns:a16="http://schemas.microsoft.com/office/drawing/2014/main" id="{15F3A507-5315-24BC-D7A9-F37348731682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4327425" y="4601205"/>
                          <a:ext cx="0" cy="324361"/>
                        </a:xfrm>
                        <a:prstGeom prst="line">
                          <a:avLst/>
                        </a:prstGeom>
                        <a:ln>
                          <a:solidFill>
                            <a:srgbClr val="979797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161" name="Straight Connector 1160">
                          <a:extLst>
                            <a:ext uri="{FF2B5EF4-FFF2-40B4-BE49-F238E27FC236}">
                              <a16:creationId xmlns:a16="http://schemas.microsoft.com/office/drawing/2014/main" id="{A307BA55-8966-0B90-25A1-E06E113B11CA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4363136" y="4590469"/>
                          <a:ext cx="101627" cy="129949"/>
                        </a:xfrm>
                        <a:prstGeom prst="line">
                          <a:avLst/>
                        </a:prstGeom>
                        <a:ln>
                          <a:solidFill>
                            <a:srgbClr val="979797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164" name="Straight Connector 1163">
                          <a:extLst>
                            <a:ext uri="{FF2B5EF4-FFF2-40B4-BE49-F238E27FC236}">
                              <a16:creationId xmlns:a16="http://schemas.microsoft.com/office/drawing/2014/main" id="{FCC133B9-9FA0-4130-0B53-B0F9EE48A8BE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4564687" y="4367771"/>
                          <a:ext cx="0" cy="226925"/>
                        </a:xfrm>
                        <a:prstGeom prst="line">
                          <a:avLst/>
                        </a:prstGeom>
                        <a:ln>
                          <a:solidFill>
                            <a:srgbClr val="979797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167" name="Straight Connector 1166">
                          <a:extLst>
                            <a:ext uri="{FF2B5EF4-FFF2-40B4-BE49-F238E27FC236}">
                              <a16:creationId xmlns:a16="http://schemas.microsoft.com/office/drawing/2014/main" id="{B1984E86-C4FB-E2BF-D658-1545110AD33D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4638076" y="4319350"/>
                          <a:ext cx="252541" cy="57946"/>
                        </a:xfrm>
                        <a:prstGeom prst="line">
                          <a:avLst/>
                        </a:prstGeom>
                        <a:ln>
                          <a:solidFill>
                            <a:srgbClr val="979797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1147" name="Oval 1146">
                          <a:extLst>
                            <a:ext uri="{FF2B5EF4-FFF2-40B4-BE49-F238E27FC236}">
                              <a16:creationId xmlns:a16="http://schemas.microsoft.com/office/drawing/2014/main" id="{C38B701B-924D-99C9-2782-F2FE71F8E71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285915" y="4521092"/>
                          <a:ext cx="91453" cy="88309"/>
                        </a:xfrm>
                        <a:prstGeom prst="ellipse">
                          <a:avLst/>
                        </a:prstGeom>
                        <a:solidFill>
                          <a:srgbClr val="857A7B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sp>
                      <p:nvSpPr>
                        <p:cNvPr id="1148" name="Oval 1147">
                          <a:extLst>
                            <a:ext uri="{FF2B5EF4-FFF2-40B4-BE49-F238E27FC236}">
                              <a16:creationId xmlns:a16="http://schemas.microsoft.com/office/drawing/2014/main" id="{3560CDB6-1FF4-57FE-B141-6CFF345C818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861349" y="4354838"/>
                          <a:ext cx="91453" cy="88309"/>
                        </a:xfrm>
                        <a:prstGeom prst="ellipse">
                          <a:avLst/>
                        </a:prstGeom>
                        <a:solidFill>
                          <a:srgbClr val="857A7B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sp>
                      <p:nvSpPr>
                        <p:cNvPr id="1149" name="Oval 1148">
                          <a:extLst>
                            <a:ext uri="{FF2B5EF4-FFF2-40B4-BE49-F238E27FC236}">
                              <a16:creationId xmlns:a16="http://schemas.microsoft.com/office/drawing/2014/main" id="{BE5887E1-3BEB-4468-1364-723830F3EA8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535726" y="4589587"/>
                          <a:ext cx="91453" cy="88309"/>
                        </a:xfrm>
                        <a:prstGeom prst="ellipse">
                          <a:avLst/>
                        </a:prstGeom>
                        <a:solidFill>
                          <a:srgbClr val="857A7B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sp>
                      <p:nvSpPr>
                        <p:cNvPr id="1150" name="Oval 1149">
                          <a:extLst>
                            <a:ext uri="{FF2B5EF4-FFF2-40B4-BE49-F238E27FC236}">
                              <a16:creationId xmlns:a16="http://schemas.microsoft.com/office/drawing/2014/main" id="{3F8DC42F-6937-3675-6033-9FA9A0887CD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281699" y="4925566"/>
                          <a:ext cx="91453" cy="88309"/>
                        </a:xfrm>
                        <a:prstGeom prst="ellipse">
                          <a:avLst/>
                        </a:prstGeom>
                        <a:solidFill>
                          <a:srgbClr val="857A7B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</p:grpSp>
                </p:grpSp>
                <p:grpSp>
                  <p:nvGrpSpPr>
                    <p:cNvPr id="1155" name="Group 1154">
                      <a:extLst>
                        <a:ext uri="{FF2B5EF4-FFF2-40B4-BE49-F238E27FC236}">
                          <a16:creationId xmlns:a16="http://schemas.microsoft.com/office/drawing/2014/main" id="{6CC7A15A-7B00-436A-E341-126A1870CAD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15712" y="4558896"/>
                      <a:ext cx="1447976" cy="661449"/>
                      <a:chOff x="4124326" y="4565108"/>
                      <a:chExt cx="1447976" cy="661449"/>
                    </a:xfrm>
                  </p:grpSpPr>
                  <p:sp>
                    <p:nvSpPr>
                      <p:cNvPr id="1091" name="Parallelogram 1090">
                        <a:extLst>
                          <a:ext uri="{FF2B5EF4-FFF2-40B4-BE49-F238E27FC236}">
                            <a16:creationId xmlns:a16="http://schemas.microsoft.com/office/drawing/2014/main" id="{48B84A85-E3D3-8D6B-B170-3638A6A6135A}"/>
                          </a:ext>
                        </a:extLst>
                      </p:cNvPr>
                      <p:cNvSpPr/>
                      <p:nvPr/>
                    </p:nvSpPr>
                    <p:spPr>
                      <a:xfrm rot="19655225">
                        <a:off x="4124326" y="4565108"/>
                        <a:ext cx="1447976" cy="642093"/>
                      </a:xfrm>
                      <a:prstGeom prst="parallelogram">
                        <a:avLst>
                          <a:gd name="adj" fmla="val 55125"/>
                        </a:avLst>
                      </a:prstGeom>
                      <a:solidFill>
                        <a:schemeClr val="bg1"/>
                      </a:solidFill>
                      <a:ln w="38100">
                        <a:solidFill>
                          <a:srgbClr val="857A7B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cxnSp>
                    <p:nvCxnSpPr>
                      <p:cNvPr id="1104" name="Straight Connector 1103">
                        <a:extLst>
                          <a:ext uri="{FF2B5EF4-FFF2-40B4-BE49-F238E27FC236}">
                            <a16:creationId xmlns:a16="http://schemas.microsoft.com/office/drawing/2014/main" id="{A197DF6D-4123-2652-BE80-6D504C87197C}"/>
                          </a:ext>
                        </a:extLst>
                      </p:cNvPr>
                      <p:cNvCxnSpPr>
                        <a:cxnSpLocks/>
                        <a:endCxn id="1100" idx="3"/>
                      </p:cNvCxnSpPr>
                      <p:nvPr/>
                    </p:nvCxnSpPr>
                    <p:spPr>
                      <a:xfrm flipV="1">
                        <a:off x="4596735" y="4672809"/>
                        <a:ext cx="111959" cy="122300"/>
                      </a:xfrm>
                      <a:prstGeom prst="line">
                        <a:avLst/>
                      </a:prstGeom>
                      <a:ln>
                        <a:solidFill>
                          <a:srgbClr val="97979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08" name="Straight Connector 1107">
                        <a:extLst>
                          <a:ext uri="{FF2B5EF4-FFF2-40B4-BE49-F238E27FC236}">
                            <a16:creationId xmlns:a16="http://schemas.microsoft.com/office/drawing/2014/main" id="{26E3A966-3A63-137C-65F5-EC5F98AE3475}"/>
                          </a:ext>
                        </a:extLst>
                      </p:cNvPr>
                      <p:cNvCxnSpPr>
                        <a:cxnSpLocks/>
                        <a:endCxn id="1097" idx="0"/>
                      </p:cNvCxnSpPr>
                      <p:nvPr/>
                    </p:nvCxnSpPr>
                    <p:spPr>
                      <a:xfrm>
                        <a:off x="4762426" y="4681930"/>
                        <a:ext cx="25071" cy="153431"/>
                      </a:xfrm>
                      <a:prstGeom prst="line">
                        <a:avLst/>
                      </a:prstGeom>
                      <a:ln>
                        <a:solidFill>
                          <a:srgbClr val="97979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11" name="Straight Connector 1110">
                        <a:extLst>
                          <a:ext uri="{FF2B5EF4-FFF2-40B4-BE49-F238E27FC236}">
                            <a16:creationId xmlns:a16="http://schemas.microsoft.com/office/drawing/2014/main" id="{BB72980D-06A7-068F-E283-FF6F400E41CC}"/>
                          </a:ext>
                        </a:extLst>
                      </p:cNvPr>
                      <p:cNvCxnSpPr>
                        <a:cxnSpLocks/>
                        <a:endCxn id="1098" idx="2"/>
                      </p:cNvCxnSpPr>
                      <p:nvPr/>
                    </p:nvCxnSpPr>
                    <p:spPr>
                      <a:xfrm>
                        <a:off x="4830501" y="4863614"/>
                        <a:ext cx="278449" cy="32468"/>
                      </a:xfrm>
                      <a:prstGeom prst="line">
                        <a:avLst/>
                      </a:prstGeom>
                      <a:ln>
                        <a:solidFill>
                          <a:srgbClr val="97979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15" name="Straight Connector 1114">
                        <a:extLst>
                          <a:ext uri="{FF2B5EF4-FFF2-40B4-BE49-F238E27FC236}">
                            <a16:creationId xmlns:a16="http://schemas.microsoft.com/office/drawing/2014/main" id="{D5E37142-0400-3DC2-4382-F82948F13FA1}"/>
                          </a:ext>
                        </a:extLst>
                      </p:cNvPr>
                      <p:cNvCxnSpPr>
                        <a:cxnSpLocks/>
                        <a:endCxn id="1099" idx="3"/>
                      </p:cNvCxnSpPr>
                      <p:nvPr/>
                    </p:nvCxnSpPr>
                    <p:spPr>
                      <a:xfrm flipV="1">
                        <a:off x="4833580" y="4713059"/>
                        <a:ext cx="203320" cy="327343"/>
                      </a:xfrm>
                      <a:prstGeom prst="line">
                        <a:avLst/>
                      </a:prstGeom>
                      <a:ln>
                        <a:solidFill>
                          <a:srgbClr val="97979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17" name="Straight Connector 1116">
                        <a:extLst>
                          <a:ext uri="{FF2B5EF4-FFF2-40B4-BE49-F238E27FC236}">
                            <a16:creationId xmlns:a16="http://schemas.microsoft.com/office/drawing/2014/main" id="{5BC208CD-D941-5DE2-0C6E-64C758EF093B}"/>
                          </a:ext>
                        </a:extLst>
                      </p:cNvPr>
                      <p:cNvCxnSpPr>
                        <a:cxnSpLocks/>
                        <a:stCxn id="1101" idx="7"/>
                        <a:endCxn id="1098" idx="2"/>
                      </p:cNvCxnSpPr>
                      <p:nvPr/>
                    </p:nvCxnSpPr>
                    <p:spPr>
                      <a:xfrm flipV="1">
                        <a:off x="4840820" y="4896082"/>
                        <a:ext cx="268130" cy="147279"/>
                      </a:xfrm>
                      <a:prstGeom prst="line">
                        <a:avLst/>
                      </a:prstGeom>
                      <a:ln>
                        <a:solidFill>
                          <a:srgbClr val="97979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20" name="Straight Connector 1119">
                        <a:extLst>
                          <a:ext uri="{FF2B5EF4-FFF2-40B4-BE49-F238E27FC236}">
                            <a16:creationId xmlns:a16="http://schemas.microsoft.com/office/drawing/2014/main" id="{EEDE9E69-13AF-127C-59C6-D50C2A346646}"/>
                          </a:ext>
                        </a:extLst>
                      </p:cNvPr>
                      <p:cNvCxnSpPr>
                        <a:cxnSpLocks/>
                        <a:endCxn id="1097" idx="3"/>
                      </p:cNvCxnSpPr>
                      <p:nvPr/>
                    </p:nvCxnSpPr>
                    <p:spPr>
                      <a:xfrm flipV="1">
                        <a:off x="4590503" y="4939019"/>
                        <a:ext cx="153990" cy="180398"/>
                      </a:xfrm>
                      <a:prstGeom prst="line">
                        <a:avLst/>
                      </a:prstGeom>
                      <a:ln>
                        <a:solidFill>
                          <a:srgbClr val="97979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22" name="Straight Connector 1121">
                        <a:extLst>
                          <a:ext uri="{FF2B5EF4-FFF2-40B4-BE49-F238E27FC236}">
                            <a16:creationId xmlns:a16="http://schemas.microsoft.com/office/drawing/2014/main" id="{48FDA97F-4C2E-B019-B72B-3D1FBFAFC7A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607290" y="5178396"/>
                        <a:ext cx="362435" cy="5916"/>
                      </a:xfrm>
                      <a:prstGeom prst="line">
                        <a:avLst/>
                      </a:prstGeom>
                      <a:ln>
                        <a:solidFill>
                          <a:srgbClr val="97979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26" name="Straight Connector 1125">
                        <a:extLst>
                          <a:ext uri="{FF2B5EF4-FFF2-40B4-BE49-F238E27FC236}">
                            <a16:creationId xmlns:a16="http://schemas.microsoft.com/office/drawing/2014/main" id="{A1598061-8A9B-EAAD-F128-CC404B750041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848314" y="5099381"/>
                        <a:ext cx="128053" cy="69045"/>
                      </a:xfrm>
                      <a:prstGeom prst="line">
                        <a:avLst/>
                      </a:prstGeom>
                      <a:ln>
                        <a:solidFill>
                          <a:srgbClr val="97979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28" name="Straight Connector 1127">
                        <a:extLst>
                          <a:ext uri="{FF2B5EF4-FFF2-40B4-BE49-F238E27FC236}">
                            <a16:creationId xmlns:a16="http://schemas.microsoft.com/office/drawing/2014/main" id="{C700E587-8F18-889B-CC12-C610EDB29305}"/>
                          </a:ext>
                        </a:extLst>
                      </p:cNvPr>
                      <p:cNvCxnSpPr>
                        <a:cxnSpLocks/>
                        <a:endCxn id="1101" idx="1"/>
                      </p:cNvCxnSpPr>
                      <p:nvPr/>
                    </p:nvCxnSpPr>
                    <p:spPr>
                      <a:xfrm>
                        <a:off x="4590603" y="4882683"/>
                        <a:ext cx="164209" cy="160678"/>
                      </a:xfrm>
                      <a:prstGeom prst="line">
                        <a:avLst/>
                      </a:prstGeom>
                      <a:ln>
                        <a:solidFill>
                          <a:srgbClr val="97979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30" name="Straight Connector 1129">
                        <a:extLst>
                          <a:ext uri="{FF2B5EF4-FFF2-40B4-BE49-F238E27FC236}">
                            <a16:creationId xmlns:a16="http://schemas.microsoft.com/office/drawing/2014/main" id="{BBEBF842-FA49-7B74-AEA1-095F69450385}"/>
                          </a:ext>
                        </a:extLst>
                      </p:cNvPr>
                      <p:cNvCxnSpPr>
                        <a:cxnSpLocks/>
                        <a:endCxn id="1102" idx="0"/>
                      </p:cNvCxnSpPr>
                      <p:nvPr/>
                    </p:nvCxnSpPr>
                    <p:spPr>
                      <a:xfrm>
                        <a:off x="4540239" y="4882846"/>
                        <a:ext cx="18209" cy="222268"/>
                      </a:xfrm>
                      <a:prstGeom prst="line">
                        <a:avLst/>
                      </a:prstGeom>
                      <a:ln>
                        <a:solidFill>
                          <a:srgbClr val="97979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32" name="Straight Connector 1131">
                        <a:extLst>
                          <a:ext uri="{FF2B5EF4-FFF2-40B4-BE49-F238E27FC236}">
                            <a16:creationId xmlns:a16="http://schemas.microsoft.com/office/drawing/2014/main" id="{66047585-7547-95A8-67BD-1C73006F80B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596528" y="5112133"/>
                        <a:ext cx="146963" cy="56008"/>
                      </a:xfrm>
                      <a:prstGeom prst="line">
                        <a:avLst/>
                      </a:prstGeom>
                      <a:ln>
                        <a:solidFill>
                          <a:srgbClr val="97979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35" name="Straight Connector 1134">
                        <a:extLst>
                          <a:ext uri="{FF2B5EF4-FFF2-40B4-BE49-F238E27FC236}">
                            <a16:creationId xmlns:a16="http://schemas.microsoft.com/office/drawing/2014/main" id="{9691E846-AD44-FF74-2515-03A240A607D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590365" y="4834176"/>
                        <a:ext cx="238899" cy="61907"/>
                      </a:xfrm>
                      <a:prstGeom prst="line">
                        <a:avLst/>
                      </a:prstGeom>
                      <a:ln>
                        <a:solidFill>
                          <a:srgbClr val="97979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37" name="Straight Connector 1136">
                        <a:extLst>
                          <a:ext uri="{FF2B5EF4-FFF2-40B4-BE49-F238E27FC236}">
                            <a16:creationId xmlns:a16="http://schemas.microsoft.com/office/drawing/2014/main" id="{01515E55-8EBA-DA9F-50FA-2D41000E3ED6}"/>
                          </a:ext>
                        </a:extLst>
                      </p:cNvPr>
                      <p:cNvCxnSpPr>
                        <a:cxnSpLocks/>
                        <a:endCxn id="1099" idx="2"/>
                      </p:cNvCxnSpPr>
                      <p:nvPr/>
                    </p:nvCxnSpPr>
                    <p:spPr>
                      <a:xfrm>
                        <a:off x="4808555" y="4629007"/>
                        <a:ext cx="210532" cy="41116"/>
                      </a:xfrm>
                      <a:prstGeom prst="line">
                        <a:avLst/>
                      </a:prstGeom>
                      <a:ln>
                        <a:solidFill>
                          <a:srgbClr val="97979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39" name="Straight Connector 1138">
                        <a:extLst>
                          <a:ext uri="{FF2B5EF4-FFF2-40B4-BE49-F238E27FC236}">
                            <a16:creationId xmlns:a16="http://schemas.microsoft.com/office/drawing/2014/main" id="{92A8E0A2-DFEE-9FF8-D73A-6A10840C016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5084587" y="4720280"/>
                        <a:ext cx="56134" cy="113896"/>
                      </a:xfrm>
                      <a:prstGeom prst="line">
                        <a:avLst/>
                      </a:prstGeom>
                      <a:ln>
                        <a:solidFill>
                          <a:srgbClr val="97979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42" name="Straight Connector 1141">
                        <a:extLst>
                          <a:ext uri="{FF2B5EF4-FFF2-40B4-BE49-F238E27FC236}">
                            <a16:creationId xmlns:a16="http://schemas.microsoft.com/office/drawing/2014/main" id="{CA630D17-8B65-DC09-CFA9-0F1A25A2238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5100532" y="4932900"/>
                        <a:ext cx="51184" cy="166481"/>
                      </a:xfrm>
                      <a:prstGeom prst="line">
                        <a:avLst/>
                      </a:prstGeom>
                      <a:ln>
                        <a:solidFill>
                          <a:srgbClr val="97979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44" name="Straight Connector 1143">
                        <a:extLst>
                          <a:ext uri="{FF2B5EF4-FFF2-40B4-BE49-F238E27FC236}">
                            <a16:creationId xmlns:a16="http://schemas.microsoft.com/office/drawing/2014/main" id="{0B18490B-A69A-789C-89A2-05B0DCA348B1}"/>
                          </a:ext>
                        </a:extLst>
                      </p:cNvPr>
                      <p:cNvCxnSpPr>
                        <a:cxnSpLocks/>
                        <a:endCxn id="1101" idx="0"/>
                      </p:cNvCxnSpPr>
                      <p:nvPr/>
                    </p:nvCxnSpPr>
                    <p:spPr>
                      <a:xfrm flipH="1">
                        <a:off x="4797816" y="4942335"/>
                        <a:ext cx="2177" cy="83241"/>
                      </a:xfrm>
                      <a:prstGeom prst="line">
                        <a:avLst/>
                      </a:prstGeom>
                      <a:ln>
                        <a:solidFill>
                          <a:srgbClr val="97979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096" name="Oval 1095">
                        <a:extLst>
                          <a:ext uri="{FF2B5EF4-FFF2-40B4-BE49-F238E27FC236}">
                            <a16:creationId xmlns:a16="http://schemas.microsoft.com/office/drawing/2014/main" id="{833FF3B4-952C-AFF5-4768-7B62F6D7A68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97631" y="4774640"/>
                        <a:ext cx="121634" cy="121443"/>
                      </a:xfrm>
                      <a:prstGeom prst="ellipse">
                        <a:avLst/>
                      </a:prstGeom>
                      <a:solidFill>
                        <a:srgbClr val="857A7B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097" name="Oval 1096">
                        <a:extLst>
                          <a:ext uri="{FF2B5EF4-FFF2-40B4-BE49-F238E27FC236}">
                            <a16:creationId xmlns:a16="http://schemas.microsoft.com/office/drawing/2014/main" id="{19BE7C29-E660-DCEA-5143-0906AC224B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26680" y="4835361"/>
                        <a:ext cx="121634" cy="121443"/>
                      </a:xfrm>
                      <a:prstGeom prst="ellipse">
                        <a:avLst/>
                      </a:prstGeom>
                      <a:solidFill>
                        <a:srgbClr val="857A7B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098" name="Oval 1097">
                        <a:extLst>
                          <a:ext uri="{FF2B5EF4-FFF2-40B4-BE49-F238E27FC236}">
                            <a16:creationId xmlns:a16="http://schemas.microsoft.com/office/drawing/2014/main" id="{9E84EE74-0769-4E51-CC06-56EE2075E81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108950" y="4835360"/>
                        <a:ext cx="121634" cy="121443"/>
                      </a:xfrm>
                      <a:prstGeom prst="ellipse">
                        <a:avLst/>
                      </a:prstGeom>
                      <a:solidFill>
                        <a:srgbClr val="857A7B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099" name="Oval 1098">
                        <a:extLst>
                          <a:ext uri="{FF2B5EF4-FFF2-40B4-BE49-F238E27FC236}">
                            <a16:creationId xmlns:a16="http://schemas.microsoft.com/office/drawing/2014/main" id="{9A8662F8-0813-9749-F65C-3FEE0EF71B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019087" y="4609401"/>
                        <a:ext cx="121634" cy="121443"/>
                      </a:xfrm>
                      <a:prstGeom prst="ellipse">
                        <a:avLst/>
                      </a:prstGeom>
                      <a:solidFill>
                        <a:srgbClr val="857A7B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100" name="Oval 1099">
                        <a:extLst>
                          <a:ext uri="{FF2B5EF4-FFF2-40B4-BE49-F238E27FC236}">
                            <a16:creationId xmlns:a16="http://schemas.microsoft.com/office/drawing/2014/main" id="{6DD0F28E-6BEA-77CF-178D-0D18A79D08E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0881" y="4569151"/>
                        <a:ext cx="121634" cy="121443"/>
                      </a:xfrm>
                      <a:prstGeom prst="ellipse">
                        <a:avLst/>
                      </a:prstGeom>
                      <a:solidFill>
                        <a:srgbClr val="857A7B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101" name="Oval 1100">
                        <a:extLst>
                          <a:ext uri="{FF2B5EF4-FFF2-40B4-BE49-F238E27FC236}">
                            <a16:creationId xmlns:a16="http://schemas.microsoft.com/office/drawing/2014/main" id="{683DC84D-D711-88A7-331D-AAA44D59C27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999" y="5025576"/>
                        <a:ext cx="121634" cy="121443"/>
                      </a:xfrm>
                      <a:prstGeom prst="ellipse">
                        <a:avLst/>
                      </a:prstGeom>
                      <a:solidFill>
                        <a:srgbClr val="857A7B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102" name="Oval 1101">
                        <a:extLst>
                          <a:ext uri="{FF2B5EF4-FFF2-40B4-BE49-F238E27FC236}">
                            <a16:creationId xmlns:a16="http://schemas.microsoft.com/office/drawing/2014/main" id="{1218A3EB-A196-E959-C474-193FB995B6D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97631" y="5105114"/>
                        <a:ext cx="121634" cy="121443"/>
                      </a:xfrm>
                      <a:prstGeom prst="ellipse">
                        <a:avLst/>
                      </a:prstGeom>
                      <a:solidFill>
                        <a:srgbClr val="857A7B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</p:grpSp>
              </p:grpSp>
            </p:grpSp>
            <p:cxnSp>
              <p:nvCxnSpPr>
                <p:cNvPr id="1285" name="Straight Arrow Connector 1284">
                  <a:extLst>
                    <a:ext uri="{FF2B5EF4-FFF2-40B4-BE49-F238E27FC236}">
                      <a16:creationId xmlns:a16="http://schemas.microsoft.com/office/drawing/2014/main" id="{B0693B23-61EF-50BA-A06B-35E807E2F8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47691" y="2033507"/>
                  <a:ext cx="369604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300" name="Group 1299">
                  <a:extLst>
                    <a:ext uri="{FF2B5EF4-FFF2-40B4-BE49-F238E27FC236}">
                      <a16:creationId xmlns:a16="http://schemas.microsoft.com/office/drawing/2014/main" id="{5985A0D2-8A41-7324-17F7-2002C3150C8C}"/>
                    </a:ext>
                  </a:extLst>
                </p:cNvPr>
                <p:cNvGrpSpPr/>
                <p:nvPr/>
              </p:nvGrpSpPr>
              <p:grpSpPr>
                <a:xfrm>
                  <a:off x="7545450" y="1168669"/>
                  <a:ext cx="2372911" cy="2141574"/>
                  <a:chOff x="7545450" y="1168669"/>
                  <a:chExt cx="2372911" cy="2141574"/>
                </a:xfrm>
              </p:grpSpPr>
              <p:grpSp>
                <p:nvGrpSpPr>
                  <p:cNvPr id="1298" name="Group 1297">
                    <a:extLst>
                      <a:ext uri="{FF2B5EF4-FFF2-40B4-BE49-F238E27FC236}">
                        <a16:creationId xmlns:a16="http://schemas.microsoft.com/office/drawing/2014/main" id="{48A6BA7E-78D9-955F-FBF4-30F354D3DB8D}"/>
                      </a:ext>
                    </a:extLst>
                  </p:cNvPr>
                  <p:cNvGrpSpPr/>
                  <p:nvPr/>
                </p:nvGrpSpPr>
                <p:grpSpPr>
                  <a:xfrm>
                    <a:off x="7937195" y="1168669"/>
                    <a:ext cx="1981166" cy="1874909"/>
                    <a:chOff x="7901545" y="1164049"/>
                    <a:chExt cx="1981166" cy="1874909"/>
                  </a:xfrm>
                </p:grpSpPr>
                <p:grpSp>
                  <p:nvGrpSpPr>
                    <p:cNvPr id="1287" name="Group 1286">
                      <a:extLst>
                        <a:ext uri="{FF2B5EF4-FFF2-40B4-BE49-F238E27FC236}">
                          <a16:creationId xmlns:a16="http://schemas.microsoft.com/office/drawing/2014/main" id="{F0D6AEFC-8E57-901E-0A88-B01D830F40A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01545" y="1164049"/>
                      <a:ext cx="1981166" cy="1874909"/>
                      <a:chOff x="7901545" y="1164049"/>
                      <a:chExt cx="1981166" cy="1874909"/>
                    </a:xfrm>
                  </p:grpSpPr>
                  <p:grpSp>
                    <p:nvGrpSpPr>
                      <p:cNvPr id="1284" name="Group 1283">
                        <a:extLst>
                          <a:ext uri="{FF2B5EF4-FFF2-40B4-BE49-F238E27FC236}">
                            <a16:creationId xmlns:a16="http://schemas.microsoft.com/office/drawing/2014/main" id="{6B5424D1-F309-D7EA-0BF8-6EFED63786C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01545" y="1164049"/>
                        <a:ext cx="1789472" cy="1874909"/>
                        <a:chOff x="8614295" y="4407190"/>
                        <a:chExt cx="1789472" cy="1874909"/>
                      </a:xfrm>
                    </p:grpSpPr>
                    <p:sp>
                      <p:nvSpPr>
                        <p:cNvPr id="1283" name="Rectangle 1282">
                          <a:extLst>
                            <a:ext uri="{FF2B5EF4-FFF2-40B4-BE49-F238E27FC236}">
                              <a16:creationId xmlns:a16="http://schemas.microsoft.com/office/drawing/2014/main" id="{64344E4C-19B7-089D-B379-E0F6146025B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614295" y="4407190"/>
                          <a:ext cx="1789472" cy="1721475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rgbClr val="857A7B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grpSp>
                      <p:nvGrpSpPr>
                        <p:cNvPr id="1260" name="Group 1259">
                          <a:extLst>
                            <a:ext uri="{FF2B5EF4-FFF2-40B4-BE49-F238E27FC236}">
                              <a16:creationId xmlns:a16="http://schemas.microsoft.com/office/drawing/2014/main" id="{A1527DDB-8F4E-B236-F68E-6E1B5090FCC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8872623" y="4685697"/>
                          <a:ext cx="1304802" cy="1596402"/>
                          <a:chOff x="6192620" y="4407190"/>
                          <a:chExt cx="1304802" cy="1596402"/>
                        </a:xfrm>
                      </p:grpSpPr>
                      <p:grpSp>
                        <p:nvGrpSpPr>
                          <p:cNvPr id="1257" name="Group 1256">
                            <a:extLst>
                              <a:ext uri="{FF2B5EF4-FFF2-40B4-BE49-F238E27FC236}">
                                <a16:creationId xmlns:a16="http://schemas.microsoft.com/office/drawing/2014/main" id="{A456F77A-B87E-D17E-19A0-DEEDD173DD5B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6192620" y="4407190"/>
                            <a:ext cx="556104" cy="916554"/>
                            <a:chOff x="6192620" y="4407190"/>
                            <a:chExt cx="556104" cy="916554"/>
                          </a:xfrm>
                        </p:grpSpPr>
                        <p:grpSp>
                          <p:nvGrpSpPr>
                            <p:cNvPr id="1241" name="Group 1240">
                              <a:extLst>
                                <a:ext uri="{FF2B5EF4-FFF2-40B4-BE49-F238E27FC236}">
                                  <a16:creationId xmlns:a16="http://schemas.microsoft.com/office/drawing/2014/main" id="{7505F5B9-239D-9971-8A9C-BD4182AB02A2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6192620" y="4407190"/>
                              <a:ext cx="535022" cy="432256"/>
                              <a:chOff x="421549" y="3664997"/>
                              <a:chExt cx="753041" cy="796834"/>
                            </a:xfrm>
                          </p:grpSpPr>
                          <p:sp>
                            <p:nvSpPr>
                              <p:cNvPr id="1051" name="Rectangle 1050">
                                <a:extLst>
                                  <a:ext uri="{FF2B5EF4-FFF2-40B4-BE49-F238E27FC236}">
                                    <a16:creationId xmlns:a16="http://schemas.microsoft.com/office/drawing/2014/main" id="{D71A702E-A890-7A5E-6CC3-38EC8B91CBAF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525251" y="4088686"/>
                                <a:ext cx="219253" cy="373145"/>
                              </a:xfrm>
                              <a:prstGeom prst="rect">
                                <a:avLst/>
                              </a:prstGeom>
                              <a:solidFill>
                                <a:srgbClr val="94ADFF"/>
                              </a:solidFill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n-US" dirty="0"/>
                              </a:p>
                            </p:txBody>
                          </p:sp>
                          <p:cxnSp>
                            <p:nvCxnSpPr>
                              <p:cNvPr id="1237" name="Straight Connector 1236">
                                <a:extLst>
                                  <a:ext uri="{FF2B5EF4-FFF2-40B4-BE49-F238E27FC236}">
                                    <a16:creationId xmlns:a16="http://schemas.microsoft.com/office/drawing/2014/main" id="{4163A09C-FD72-86DA-1399-05C944ED481D}"/>
                                  </a:ext>
                                </a:extLst>
                              </p:cNvPr>
                              <p:cNvCxnSpPr/>
                              <p:nvPr/>
                            </p:nvCxnSpPr>
                            <p:spPr>
                              <a:xfrm>
                                <a:off x="431074" y="3664997"/>
                                <a:ext cx="0" cy="796834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1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238" name="Straight Connector 1237">
                                <a:extLst>
                                  <a:ext uri="{FF2B5EF4-FFF2-40B4-BE49-F238E27FC236}">
                                    <a16:creationId xmlns:a16="http://schemas.microsoft.com/office/drawing/2014/main" id="{852741A2-2F2D-5AA0-8F7D-73F483AAB9D5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421549" y="4461831"/>
                                <a:ext cx="753041" cy="0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1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sp>
                            <p:nvSpPr>
                              <p:cNvPr id="1240" name="Rectangle 1239">
                                <a:extLst>
                                  <a:ext uri="{FF2B5EF4-FFF2-40B4-BE49-F238E27FC236}">
                                    <a16:creationId xmlns:a16="http://schemas.microsoft.com/office/drawing/2014/main" id="{35134F32-A2CF-9F6E-339A-5575C4FF9C5F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795131" y="3805962"/>
                                <a:ext cx="219252" cy="655869"/>
                              </a:xfrm>
                              <a:prstGeom prst="rect">
                                <a:avLst/>
                              </a:prstGeom>
                              <a:solidFill>
                                <a:srgbClr val="0270BD"/>
                              </a:solidFill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n-US" dirty="0"/>
                              </a:p>
                            </p:txBody>
                          </p:sp>
                        </p:grpSp>
                        <mc:AlternateContent xmlns:mc="http://schemas.openxmlformats.org/markup-compatibility/2006" xmlns:a14="http://schemas.microsoft.com/office/drawing/2010/main">
                          <mc:Choice Requires="a14">
                            <p:sp>
                              <p:nvSpPr>
                                <p:cNvPr id="1254" name="TextBox 1253">
                                  <a:extLst>
                                    <a:ext uri="{FF2B5EF4-FFF2-40B4-BE49-F238E27FC236}">
                                      <a16:creationId xmlns:a16="http://schemas.microsoft.com/office/drawing/2014/main" id="{0C0312BF-CC69-CEE6-DC34-43461B51483A}"/>
                                    </a:ext>
                                  </a:extLst>
                                </p:cNvPr>
                                <p:cNvSpPr txBox="1"/>
                                <p:nvPr/>
                              </p:nvSpPr>
                              <p:spPr>
                                <a:xfrm>
                                  <a:off x="6309150" y="4834123"/>
                                  <a:ext cx="439574" cy="489621"/>
                                </a:xfrm>
                                <a:prstGeom prst="rect">
                                  <a:avLst/>
                                </a:prstGeom>
                                <a:noFill/>
                              </p:spPr>
                              <p:txBody>
                                <a:bodyPr wrap="square" rtlCol="0">
                                  <a:spAutoFit/>
                                </a:bodyPr>
                                <a:lstStyle/>
                                <a:p>
                                  <a14:m>
                                    <m:oMath xmlns:m="http://schemas.openxmlformats.org/officeDocument/2006/math">
                                      <m:r>
                                        <a:rPr lang="en-US" sz="8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oMath>
                                  </a14:m>
                                  <a:r>
                                    <a:rPr lang="en-US" sz="800" b="1" baseline="-25000" dirty="0">
                                      <a:latin typeface="Montserrat" pitchFamily="2" charset="77"/>
                                    </a:rPr>
                                    <a:t>1</a:t>
                                  </a:r>
                                </a:p>
                                <a:p>
                                  <a:endParaRPr lang="en-US" dirty="0"/>
                                </a:p>
                              </p:txBody>
                            </p:sp>
                          </mc:Choice>
                          <mc:Fallback xmlns="">
                            <p:sp>
                              <p:nvSpPr>
                                <p:cNvPr id="1254" name="TextBox 1253">
                                  <a:extLst>
                                    <a:ext uri="{FF2B5EF4-FFF2-40B4-BE49-F238E27FC236}">
                                      <a16:creationId xmlns:a16="http://schemas.microsoft.com/office/drawing/2014/main" id="{0C0312BF-CC69-CEE6-DC34-43461B51483A}"/>
                                    </a:ext>
                                  </a:extLst>
                                </p:cNvPr>
                                <p:cNvSpPr txBox="1">
                                  <a:spLocks noRot="1" noChangeAspect="1" noMove="1" noResize="1" noEditPoints="1" noAdjustHandles="1" noChangeArrowheads="1" noChangeShapeType="1" noTextEdit="1"/>
                                </p:cNvSpPr>
                                <p:nvPr/>
                              </p:nvSpPr>
                              <p:spPr>
                                <a:xfrm>
                                  <a:off x="6309150" y="4834123"/>
                                  <a:ext cx="439574" cy="489621"/>
                                </a:xfrm>
                                <a:prstGeom prst="rect">
                                  <a:avLst/>
                                </a:prstGeom>
                                <a:blipFill>
                                  <a:blip r:embed="rId15"/>
                                  <a:stretch>
                                    <a:fillRect/>
                                  </a:stretch>
                                </a:blipFill>
                              </p:spPr>
                              <p:txBody>
                                <a:bodyPr/>
                                <a:lstStyle/>
                                <a:p>
                                  <a:r>
                                    <a:rPr lang="en-US">
                                      <a:noFill/>
                                    </a:rPr>
                                    <a:t> </a:t>
                                  </a:r>
                                </a:p>
                              </p:txBody>
                            </p:sp>
                          </mc:Fallback>
                        </mc:AlternateContent>
                      </p:grpSp>
                      <p:grpSp>
                        <p:nvGrpSpPr>
                          <p:cNvPr id="1258" name="Group 1257">
                            <a:extLst>
                              <a:ext uri="{FF2B5EF4-FFF2-40B4-BE49-F238E27FC236}">
                                <a16:creationId xmlns:a16="http://schemas.microsoft.com/office/drawing/2014/main" id="{7D8D8D20-7410-F611-A7EE-4743BEC58E4A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6921031" y="4407190"/>
                            <a:ext cx="576391" cy="914801"/>
                            <a:chOff x="6934415" y="4394939"/>
                            <a:chExt cx="576391" cy="914801"/>
                          </a:xfrm>
                        </p:grpSpPr>
                        <p:grpSp>
                          <p:nvGrpSpPr>
                            <p:cNvPr id="1242" name="Group 1241">
                              <a:extLst>
                                <a:ext uri="{FF2B5EF4-FFF2-40B4-BE49-F238E27FC236}">
                                  <a16:creationId xmlns:a16="http://schemas.microsoft.com/office/drawing/2014/main" id="{ADAE5BB8-B15C-2C5B-A787-870891946B63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6934415" y="4394939"/>
                              <a:ext cx="535011" cy="432140"/>
                              <a:chOff x="421549" y="3664997"/>
                              <a:chExt cx="753041" cy="796834"/>
                            </a:xfrm>
                          </p:grpSpPr>
                          <p:sp>
                            <p:nvSpPr>
                              <p:cNvPr id="1243" name="Rectangle 1242">
                                <a:extLst>
                                  <a:ext uri="{FF2B5EF4-FFF2-40B4-BE49-F238E27FC236}">
                                    <a16:creationId xmlns:a16="http://schemas.microsoft.com/office/drawing/2014/main" id="{2D07806F-9307-09DE-73A4-A1C4334915FD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525252" y="4223347"/>
                                <a:ext cx="219252" cy="238484"/>
                              </a:xfrm>
                              <a:prstGeom prst="rect">
                                <a:avLst/>
                              </a:prstGeom>
                              <a:solidFill>
                                <a:srgbClr val="94ADFF"/>
                              </a:solidFill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n-US" dirty="0"/>
                              </a:p>
                            </p:txBody>
                          </p:sp>
                          <p:cxnSp>
                            <p:nvCxnSpPr>
                              <p:cNvPr id="1244" name="Straight Connector 1243">
                                <a:extLst>
                                  <a:ext uri="{FF2B5EF4-FFF2-40B4-BE49-F238E27FC236}">
                                    <a16:creationId xmlns:a16="http://schemas.microsoft.com/office/drawing/2014/main" id="{1F82387C-2A1B-98A4-F513-7F6BCD470C4D}"/>
                                  </a:ext>
                                </a:extLst>
                              </p:cNvPr>
                              <p:cNvCxnSpPr/>
                              <p:nvPr/>
                            </p:nvCxnSpPr>
                            <p:spPr>
                              <a:xfrm>
                                <a:off x="431074" y="3664997"/>
                                <a:ext cx="0" cy="796834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1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245" name="Straight Connector 1244">
                                <a:extLst>
                                  <a:ext uri="{FF2B5EF4-FFF2-40B4-BE49-F238E27FC236}">
                                    <a16:creationId xmlns:a16="http://schemas.microsoft.com/office/drawing/2014/main" id="{D4F53D1A-ACEA-497F-E40E-625054D39916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421549" y="4461831"/>
                                <a:ext cx="753041" cy="0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1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sp>
                            <p:nvSpPr>
                              <p:cNvPr id="1246" name="Rectangle 1245">
                                <a:extLst>
                                  <a:ext uri="{FF2B5EF4-FFF2-40B4-BE49-F238E27FC236}">
                                    <a16:creationId xmlns:a16="http://schemas.microsoft.com/office/drawing/2014/main" id="{4CF87C40-4A49-6092-D5DB-B734259CC82A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795131" y="4084886"/>
                                <a:ext cx="213285" cy="376945"/>
                              </a:xfrm>
                              <a:prstGeom prst="rect">
                                <a:avLst/>
                              </a:prstGeom>
                              <a:solidFill>
                                <a:srgbClr val="0270BD"/>
                              </a:solidFill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n-US" dirty="0"/>
                              </a:p>
                            </p:txBody>
                          </p:sp>
                        </p:grpSp>
                        <mc:AlternateContent xmlns:mc="http://schemas.openxmlformats.org/markup-compatibility/2006" xmlns:a14="http://schemas.microsoft.com/office/drawing/2010/main">
                          <mc:Choice Requires="a14">
                            <p:sp>
                              <p:nvSpPr>
                                <p:cNvPr id="1255" name="TextBox 1254">
                                  <a:extLst>
                                    <a:ext uri="{FF2B5EF4-FFF2-40B4-BE49-F238E27FC236}">
                                      <a16:creationId xmlns:a16="http://schemas.microsoft.com/office/drawing/2014/main" id="{80CB3E61-F078-F8A4-AA15-3877B45C201A}"/>
                                    </a:ext>
                                  </a:extLst>
                                </p:cNvPr>
                                <p:cNvSpPr txBox="1"/>
                                <p:nvPr/>
                              </p:nvSpPr>
                              <p:spPr>
                                <a:xfrm>
                                  <a:off x="7071232" y="4820119"/>
                                  <a:ext cx="439574" cy="489621"/>
                                </a:xfrm>
                                <a:prstGeom prst="rect">
                                  <a:avLst/>
                                </a:prstGeom>
                                <a:noFill/>
                              </p:spPr>
                              <p:txBody>
                                <a:bodyPr wrap="square" rtlCol="0">
                                  <a:spAutoFit/>
                                </a:bodyPr>
                                <a:lstStyle/>
                                <a:p>
                                  <a14:m>
                                    <m:oMath xmlns:m="http://schemas.openxmlformats.org/officeDocument/2006/math">
                                      <m:r>
                                        <a:rPr lang="en-US" sz="800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oMath>
                                  </a14:m>
                                  <a:r>
                                    <a:rPr lang="en-US" sz="800" b="1" baseline="-25000" dirty="0">
                                      <a:latin typeface="Montserrat" pitchFamily="2" charset="77"/>
                                    </a:rPr>
                                    <a:t>2</a:t>
                                  </a:r>
                                </a:p>
                                <a:p>
                                  <a:endParaRPr lang="en-US" dirty="0"/>
                                </a:p>
                              </p:txBody>
                            </p:sp>
                          </mc:Choice>
                          <mc:Fallback xmlns="">
                            <p:sp>
                              <p:nvSpPr>
                                <p:cNvPr id="1255" name="TextBox 1254">
                                  <a:extLst>
                                    <a:ext uri="{FF2B5EF4-FFF2-40B4-BE49-F238E27FC236}">
                                      <a16:creationId xmlns:a16="http://schemas.microsoft.com/office/drawing/2014/main" id="{80CB3E61-F078-F8A4-AA15-3877B45C201A}"/>
                                    </a:ext>
                                  </a:extLst>
                                </p:cNvPr>
                                <p:cNvSpPr txBox="1">
                                  <a:spLocks noRot="1" noChangeAspect="1" noMove="1" noResize="1" noEditPoints="1" noAdjustHandles="1" noChangeArrowheads="1" noChangeShapeType="1" noTextEdit="1"/>
                                </p:cNvSpPr>
                                <p:nvPr/>
                              </p:nvSpPr>
                              <p:spPr>
                                <a:xfrm>
                                  <a:off x="7071232" y="4820119"/>
                                  <a:ext cx="439574" cy="489621"/>
                                </a:xfrm>
                                <a:prstGeom prst="rect">
                                  <a:avLst/>
                                </a:prstGeom>
                                <a:blipFill>
                                  <a:blip r:embed="rId16"/>
                                  <a:stretch>
                                    <a:fillRect/>
                                  </a:stretch>
                                </a:blipFill>
                              </p:spPr>
                              <p:txBody>
                                <a:bodyPr/>
                                <a:lstStyle/>
                                <a:p>
                                  <a:r>
                                    <a:rPr lang="en-US">
                                      <a:noFill/>
                                    </a:rPr>
                                    <a:t> </a:t>
                                  </a:r>
                                </a:p>
                              </p:txBody>
                            </p:sp>
                          </mc:Fallback>
                        </mc:AlternateContent>
                      </p:grpSp>
                      <p:grpSp>
                        <p:nvGrpSpPr>
                          <p:cNvPr id="1259" name="Group 1258">
                            <a:extLst>
                              <a:ext uri="{FF2B5EF4-FFF2-40B4-BE49-F238E27FC236}">
                                <a16:creationId xmlns:a16="http://schemas.microsoft.com/office/drawing/2014/main" id="{6D6148ED-6B7A-3A91-64C0-10F38167494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6202053" y="5081610"/>
                            <a:ext cx="545668" cy="921982"/>
                            <a:chOff x="6236248" y="5883570"/>
                            <a:chExt cx="545668" cy="921982"/>
                          </a:xfrm>
                        </p:grpSpPr>
                        <p:grpSp>
                          <p:nvGrpSpPr>
                            <p:cNvPr id="1248" name="Group 1247">
                              <a:extLst>
                                <a:ext uri="{FF2B5EF4-FFF2-40B4-BE49-F238E27FC236}">
                                  <a16:creationId xmlns:a16="http://schemas.microsoft.com/office/drawing/2014/main" id="{B563AD4C-F116-8FE2-FD6B-3CE58AC398F2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6236248" y="5883570"/>
                              <a:ext cx="511024" cy="418460"/>
                              <a:chOff x="421549" y="3664997"/>
                              <a:chExt cx="753041" cy="796834"/>
                            </a:xfrm>
                          </p:grpSpPr>
                          <p:sp>
                            <p:nvSpPr>
                              <p:cNvPr id="1249" name="Rectangle 1248">
                                <a:extLst>
                                  <a:ext uri="{FF2B5EF4-FFF2-40B4-BE49-F238E27FC236}">
                                    <a16:creationId xmlns:a16="http://schemas.microsoft.com/office/drawing/2014/main" id="{4759C1D7-0FB2-3C10-A0CA-9462417BC05E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525252" y="4029573"/>
                                <a:ext cx="213266" cy="432258"/>
                              </a:xfrm>
                              <a:prstGeom prst="rect">
                                <a:avLst/>
                              </a:prstGeom>
                              <a:solidFill>
                                <a:srgbClr val="94ADFF"/>
                              </a:solidFill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n-US" dirty="0"/>
                              </a:p>
                            </p:txBody>
                          </p:sp>
                          <p:cxnSp>
                            <p:nvCxnSpPr>
                              <p:cNvPr id="1250" name="Straight Connector 1249">
                                <a:extLst>
                                  <a:ext uri="{FF2B5EF4-FFF2-40B4-BE49-F238E27FC236}">
                                    <a16:creationId xmlns:a16="http://schemas.microsoft.com/office/drawing/2014/main" id="{F5745C3E-FBDD-A01A-2838-1E20033ACBB8}"/>
                                  </a:ext>
                                </a:extLst>
                              </p:cNvPr>
                              <p:cNvCxnSpPr/>
                              <p:nvPr/>
                            </p:nvCxnSpPr>
                            <p:spPr>
                              <a:xfrm>
                                <a:off x="431074" y="3664997"/>
                                <a:ext cx="0" cy="796834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1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251" name="Straight Connector 1250">
                                <a:extLst>
                                  <a:ext uri="{FF2B5EF4-FFF2-40B4-BE49-F238E27FC236}">
                                    <a16:creationId xmlns:a16="http://schemas.microsoft.com/office/drawing/2014/main" id="{64C7222A-B9F4-29A0-68B5-BA5430735AC2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421549" y="4461831"/>
                                <a:ext cx="753041" cy="0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1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sp>
                            <p:nvSpPr>
                              <p:cNvPr id="1252" name="Rectangle 1251">
                                <a:extLst>
                                  <a:ext uri="{FF2B5EF4-FFF2-40B4-BE49-F238E27FC236}">
                                    <a16:creationId xmlns:a16="http://schemas.microsoft.com/office/drawing/2014/main" id="{8F846F74-09E9-3111-0F93-C7731BE4D190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795131" y="4207727"/>
                                <a:ext cx="213267" cy="254104"/>
                              </a:xfrm>
                              <a:prstGeom prst="rect">
                                <a:avLst/>
                              </a:prstGeom>
                              <a:solidFill>
                                <a:srgbClr val="0270BD"/>
                              </a:solidFill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n-US" dirty="0"/>
                              </a:p>
                            </p:txBody>
                          </p:sp>
                        </p:grpSp>
                        <mc:AlternateContent xmlns:mc="http://schemas.openxmlformats.org/markup-compatibility/2006" xmlns:a14="http://schemas.microsoft.com/office/drawing/2010/main">
                          <mc:Choice Requires="a14">
                            <p:sp>
                              <p:nvSpPr>
                                <p:cNvPr id="1256" name="TextBox 1255">
                                  <a:extLst>
                                    <a:ext uri="{FF2B5EF4-FFF2-40B4-BE49-F238E27FC236}">
                                      <a16:creationId xmlns:a16="http://schemas.microsoft.com/office/drawing/2014/main" id="{3510C2DA-CB35-6894-245B-2CF49C4EF765}"/>
                                    </a:ext>
                                  </a:extLst>
                                </p:cNvPr>
                                <p:cNvSpPr txBox="1"/>
                                <p:nvPr/>
                              </p:nvSpPr>
                              <p:spPr>
                                <a:xfrm>
                                  <a:off x="6342342" y="6315931"/>
                                  <a:ext cx="439574" cy="489621"/>
                                </a:xfrm>
                                <a:prstGeom prst="rect">
                                  <a:avLst/>
                                </a:prstGeom>
                                <a:noFill/>
                              </p:spPr>
                              <p:txBody>
                                <a:bodyPr wrap="square" rtlCol="0">
                                  <a:spAutoFit/>
                                </a:bodyPr>
                                <a:lstStyle/>
                                <a:p>
                                  <a14:m>
                                    <m:oMath xmlns:m="http://schemas.openxmlformats.org/officeDocument/2006/math">
                                      <m:r>
                                        <a:rPr lang="en-US" sz="800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oMath>
                                  </a14:m>
                                  <a:r>
                                    <a:rPr lang="en-US" sz="800" b="1" baseline="-25000" dirty="0">
                                      <a:latin typeface="Montserrat" pitchFamily="2" charset="77"/>
                                    </a:rPr>
                                    <a:t>3</a:t>
                                  </a:r>
                                </a:p>
                                <a:p>
                                  <a:endParaRPr lang="en-US" dirty="0"/>
                                </a:p>
                              </p:txBody>
                            </p:sp>
                          </mc:Choice>
                          <mc:Fallback xmlns="">
                            <p:sp>
                              <p:nvSpPr>
                                <p:cNvPr id="1256" name="TextBox 1255">
                                  <a:extLst>
                                    <a:ext uri="{FF2B5EF4-FFF2-40B4-BE49-F238E27FC236}">
                                      <a16:creationId xmlns:a16="http://schemas.microsoft.com/office/drawing/2014/main" id="{3510C2DA-CB35-6894-245B-2CF49C4EF765}"/>
                                    </a:ext>
                                  </a:extLst>
                                </p:cNvPr>
                                <p:cNvSpPr txBox="1">
                                  <a:spLocks noRot="1" noChangeAspect="1" noMove="1" noResize="1" noEditPoints="1" noAdjustHandles="1" noChangeArrowheads="1" noChangeShapeType="1" noTextEdit="1"/>
                                </p:cNvSpPr>
                                <p:nvPr/>
                              </p:nvSpPr>
                              <p:spPr>
                                <a:xfrm>
                                  <a:off x="6342342" y="6315931"/>
                                  <a:ext cx="439574" cy="489621"/>
                                </a:xfrm>
                                <a:prstGeom prst="rect">
                                  <a:avLst/>
                                </a:prstGeom>
                                <a:blipFill>
                                  <a:blip r:embed="rId17"/>
                                  <a:stretch>
                                    <a:fillRect/>
                                  </a:stretch>
                                </a:blipFill>
                              </p:spPr>
                              <p:txBody>
                                <a:bodyPr/>
                                <a:lstStyle/>
                                <a:p>
                                  <a:r>
                                    <a:rPr lang="en-US">
                                      <a:noFill/>
                                    </a:rPr>
                                    <a:t> </a:t>
                                  </a:r>
                                </a:p>
                              </p:txBody>
                            </p:sp>
                          </mc:Fallback>
                        </mc:AlternateContent>
                      </p:grpSp>
                    </p:grpSp>
                  </p:grpSp>
                  <p:sp>
                    <p:nvSpPr>
                      <p:cNvPr id="1286" name="Rectangle 1285">
                        <a:extLst>
                          <a:ext uri="{FF2B5EF4-FFF2-40B4-BE49-F238E27FC236}">
                            <a16:creationId xmlns:a16="http://schemas.microsoft.com/office/drawing/2014/main" id="{95AB0BD9-D8F0-0D2E-1FFB-17E9441F60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888006" y="2251003"/>
                        <a:ext cx="994705" cy="6865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</p:grpSp>
                <p:cxnSp>
                  <p:nvCxnSpPr>
                    <p:cNvPr id="1289" name="Straight Connector 1288">
                      <a:extLst>
                        <a:ext uri="{FF2B5EF4-FFF2-40B4-BE49-F238E27FC236}">
                          <a16:creationId xmlns:a16="http://schemas.microsoft.com/office/drawing/2014/main" id="{CBA4234D-D386-ADF8-6B5A-9425F953166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8879170" y="2250944"/>
                      <a:ext cx="0" cy="652671"/>
                    </a:xfrm>
                    <a:prstGeom prst="line">
                      <a:avLst/>
                    </a:prstGeom>
                    <a:ln w="38100">
                      <a:solidFill>
                        <a:srgbClr val="857A7B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92" name="Straight Connector 1291">
                      <a:extLst>
                        <a:ext uri="{FF2B5EF4-FFF2-40B4-BE49-F238E27FC236}">
                          <a16:creationId xmlns:a16="http://schemas.microsoft.com/office/drawing/2014/main" id="{0A95C447-D545-A80C-06EC-C9196782674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860120" y="2250944"/>
                      <a:ext cx="849030" cy="0"/>
                    </a:xfrm>
                    <a:prstGeom prst="line">
                      <a:avLst/>
                    </a:prstGeom>
                    <a:ln w="38100">
                      <a:solidFill>
                        <a:srgbClr val="857A7B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299" name="TextBox 1298">
                    <a:extLst>
                      <a:ext uri="{FF2B5EF4-FFF2-40B4-BE49-F238E27FC236}">
                        <a16:creationId xmlns:a16="http://schemas.microsoft.com/office/drawing/2014/main" id="{315B7426-B0A8-8418-8D59-847D11FCDE8D}"/>
                      </a:ext>
                    </a:extLst>
                  </p:cNvPr>
                  <p:cNvSpPr txBox="1"/>
                  <p:nvPr/>
                </p:nvSpPr>
                <p:spPr>
                  <a:xfrm>
                    <a:off x="7545450" y="2971689"/>
                    <a:ext cx="1876498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600" b="1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Policy (</a:t>
                    </a:r>
                    <a:r>
                      <a:rPr lang="el-GR" sz="1600" b="1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π</a:t>
                    </a:r>
                    <a:r>
                      <a:rPr lang="el-GR" sz="1600" b="1" baseline="-25000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θ</a:t>
                    </a:r>
                    <a:r>
                      <a:rPr lang="en-US" sz="1600" b="1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)</a:t>
                    </a:r>
                  </a:p>
                </p:txBody>
              </p:sp>
            </p:grpSp>
            <p:cxnSp>
              <p:nvCxnSpPr>
                <p:cNvPr id="1356" name="Straight Arrow Connector 1355">
                  <a:extLst>
                    <a:ext uri="{FF2B5EF4-FFF2-40B4-BE49-F238E27FC236}">
                      <a16:creationId xmlns:a16="http://schemas.microsoft.com/office/drawing/2014/main" id="{999711DE-7512-F98F-5A0A-7FFA20FBCA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50105" y="3191269"/>
                  <a:ext cx="823781" cy="344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410" name="Group 1409">
                  <a:extLst>
                    <a:ext uri="{FF2B5EF4-FFF2-40B4-BE49-F238E27FC236}">
                      <a16:creationId xmlns:a16="http://schemas.microsoft.com/office/drawing/2014/main" id="{15629F91-5DB6-F717-8251-DCDFFAB22E25}"/>
                    </a:ext>
                  </a:extLst>
                </p:cNvPr>
                <p:cNvGrpSpPr/>
                <p:nvPr/>
              </p:nvGrpSpPr>
              <p:grpSpPr>
                <a:xfrm>
                  <a:off x="12595693" y="2323736"/>
                  <a:ext cx="2194103" cy="1517573"/>
                  <a:chOff x="13019789" y="1842973"/>
                  <a:chExt cx="2194103" cy="1517573"/>
                </a:xfrm>
              </p:grpSpPr>
              <p:grpSp>
                <p:nvGrpSpPr>
                  <p:cNvPr id="1355" name="Group 1354">
                    <a:extLst>
                      <a:ext uri="{FF2B5EF4-FFF2-40B4-BE49-F238E27FC236}">
                        <a16:creationId xmlns:a16="http://schemas.microsoft.com/office/drawing/2014/main" id="{EF48D916-5A57-E8C9-3727-11FBCA848442}"/>
                      </a:ext>
                    </a:extLst>
                  </p:cNvPr>
                  <p:cNvGrpSpPr/>
                  <p:nvPr/>
                </p:nvGrpSpPr>
                <p:grpSpPr>
                  <a:xfrm>
                    <a:off x="13641674" y="1842973"/>
                    <a:ext cx="1422207" cy="992993"/>
                    <a:chOff x="3360910" y="4411764"/>
                    <a:chExt cx="1422207" cy="992993"/>
                  </a:xfrm>
                </p:grpSpPr>
                <p:sp>
                  <p:nvSpPr>
                    <p:cNvPr id="1351" name="Rectangle 1350">
                      <a:extLst>
                        <a:ext uri="{FF2B5EF4-FFF2-40B4-BE49-F238E27FC236}">
                          <a16:creationId xmlns:a16="http://schemas.microsoft.com/office/drawing/2014/main" id="{735EDA23-8C07-B718-E797-672B75FB7B7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60910" y="4686300"/>
                      <a:ext cx="770219" cy="718457"/>
                    </a:xfrm>
                    <a:prstGeom prst="rect">
                      <a:avLst/>
                    </a:prstGeom>
                    <a:solidFill>
                      <a:srgbClr val="0270BD"/>
                    </a:solidFill>
                    <a:ln w="571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352" name="Parallelogram 1351">
                      <a:extLst>
                        <a:ext uri="{FF2B5EF4-FFF2-40B4-BE49-F238E27FC236}">
                          <a16:creationId xmlns:a16="http://schemas.microsoft.com/office/drawing/2014/main" id="{1EFD9AB0-E59F-985D-1734-EAC01658EB0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82243" y="4411764"/>
                      <a:ext cx="1119908" cy="261284"/>
                    </a:xfrm>
                    <a:prstGeom prst="parallelogram">
                      <a:avLst>
                        <a:gd name="adj" fmla="val 146476"/>
                      </a:avLst>
                    </a:prstGeom>
                    <a:solidFill>
                      <a:srgbClr val="B5E3FF"/>
                    </a:solidFill>
                    <a:ln w="571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354" name="Parallelogram 1353">
                      <a:extLst>
                        <a:ext uri="{FF2B5EF4-FFF2-40B4-BE49-F238E27FC236}">
                          <a16:creationId xmlns:a16="http://schemas.microsoft.com/office/drawing/2014/main" id="{66D0C7C3-943C-C3EF-C196-8A9AFD494470}"/>
                        </a:ext>
                      </a:extLst>
                    </p:cNvPr>
                    <p:cNvSpPr/>
                    <p:nvPr/>
                  </p:nvSpPr>
                  <p:spPr>
                    <a:xfrm rot="8564742">
                      <a:off x="3909156" y="4640250"/>
                      <a:ext cx="873961" cy="536021"/>
                    </a:xfrm>
                    <a:prstGeom prst="parallelogram">
                      <a:avLst>
                        <a:gd name="adj" fmla="val 80584"/>
                      </a:avLst>
                    </a:prstGeom>
                    <a:solidFill>
                      <a:srgbClr val="409FCF"/>
                    </a:solidFill>
                    <a:ln w="571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sp>
                <p:nvSpPr>
                  <p:cNvPr id="1362" name="TextBox 1361">
                    <a:extLst>
                      <a:ext uri="{FF2B5EF4-FFF2-40B4-BE49-F238E27FC236}">
                        <a16:creationId xmlns:a16="http://schemas.microsoft.com/office/drawing/2014/main" id="{16F32C9C-D1E0-942D-A15E-FF7A9A799465}"/>
                      </a:ext>
                    </a:extLst>
                  </p:cNvPr>
                  <p:cNvSpPr txBox="1"/>
                  <p:nvPr/>
                </p:nvSpPr>
                <p:spPr>
                  <a:xfrm>
                    <a:off x="13019789" y="3021992"/>
                    <a:ext cx="2194103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600" b="1" dirty="0"/>
                      <a:t>SAT Solver</a:t>
                    </a:r>
                    <a:endParaRPr lang="en-US" sz="1600" b="1" dirty="0"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409" name="Group 1408">
                  <a:extLst>
                    <a:ext uri="{FF2B5EF4-FFF2-40B4-BE49-F238E27FC236}">
                      <a16:creationId xmlns:a16="http://schemas.microsoft.com/office/drawing/2014/main" id="{BB3D60C9-F859-AA4E-D095-B48B3F82B4AF}"/>
                    </a:ext>
                  </a:extLst>
                </p:cNvPr>
                <p:cNvGrpSpPr/>
                <p:nvPr/>
              </p:nvGrpSpPr>
              <p:grpSpPr>
                <a:xfrm>
                  <a:off x="11549022" y="521249"/>
                  <a:ext cx="4180475" cy="1256586"/>
                  <a:chOff x="10478436" y="457761"/>
                  <a:chExt cx="4180475" cy="1256586"/>
                </a:xfrm>
              </p:grpSpPr>
              <p:grpSp>
                <p:nvGrpSpPr>
                  <p:cNvPr id="1405" name="Group 1404">
                    <a:extLst>
                      <a:ext uri="{FF2B5EF4-FFF2-40B4-BE49-F238E27FC236}">
                        <a16:creationId xmlns:a16="http://schemas.microsoft.com/office/drawing/2014/main" id="{A62BA3F9-7DAA-C64F-2A63-A718D23F0A70}"/>
                      </a:ext>
                    </a:extLst>
                  </p:cNvPr>
                  <p:cNvGrpSpPr/>
                  <p:nvPr/>
                </p:nvGrpSpPr>
                <p:grpSpPr>
                  <a:xfrm>
                    <a:off x="10478436" y="457761"/>
                    <a:ext cx="3314246" cy="1256586"/>
                    <a:chOff x="10684041" y="379708"/>
                    <a:chExt cx="3314246" cy="1256586"/>
                  </a:xfrm>
                </p:grpSpPr>
                <p:grpSp>
                  <p:nvGrpSpPr>
                    <p:cNvPr id="1366" name="Group 1365">
                      <a:extLst>
                        <a:ext uri="{FF2B5EF4-FFF2-40B4-BE49-F238E27FC236}">
                          <a16:creationId xmlns:a16="http://schemas.microsoft.com/office/drawing/2014/main" id="{43F097B0-0E77-A4D2-73A2-5B785397F80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684042" y="379708"/>
                      <a:ext cx="3314245" cy="346608"/>
                      <a:chOff x="10720058" y="323171"/>
                      <a:chExt cx="3314245" cy="346608"/>
                    </a:xfrm>
                  </p:grpSpPr>
                  <p:sp>
                    <p:nvSpPr>
                      <p:cNvPr id="1364" name="Rounded Rectangle 1363">
                        <a:extLst>
                          <a:ext uri="{FF2B5EF4-FFF2-40B4-BE49-F238E27FC236}">
                            <a16:creationId xmlns:a16="http://schemas.microsoft.com/office/drawing/2014/main" id="{7233A704-380A-B2CF-FC29-3B811562947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20058" y="331225"/>
                        <a:ext cx="2113183" cy="338554"/>
                      </a:xfrm>
                      <a:prstGeom prst="roundRect">
                        <a:avLst>
                          <a:gd name="adj" fmla="val 0"/>
                        </a:avLst>
                      </a:prstGeom>
                      <a:solidFill>
                        <a:srgbClr val="F2F2F2"/>
                      </a:solidFill>
                      <a:ln w="38100">
                        <a:solidFill>
                          <a:srgbClr val="857A7B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363" name="TextBox 1362">
                        <a:extLst>
                          <a:ext uri="{FF2B5EF4-FFF2-40B4-BE49-F238E27FC236}">
                            <a16:creationId xmlns:a16="http://schemas.microsoft.com/office/drawing/2014/main" id="{5F8D1BBF-7848-47AA-AEC2-ECD14C6AFC3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1100959" y="323171"/>
                        <a:ext cx="2933344" cy="3385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sz="1600" b="1" dirty="0"/>
                          <a:t>Observation</a:t>
                        </a:r>
                      </a:p>
                    </p:txBody>
                  </p:sp>
                </p:grpSp>
                <p:sp>
                  <p:nvSpPr>
                    <p:cNvPr id="1404" name="Rounded Rectangle 1403">
                      <a:extLst>
                        <a:ext uri="{FF2B5EF4-FFF2-40B4-BE49-F238E27FC236}">
                          <a16:creationId xmlns:a16="http://schemas.microsoft.com/office/drawing/2014/main" id="{61E3FAEC-E11A-5902-D558-A03F5C12394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84041" y="743805"/>
                      <a:ext cx="2113183" cy="892489"/>
                    </a:xfrm>
                    <a:prstGeom prst="roundRect">
                      <a:avLst>
                        <a:gd name="adj" fmla="val 0"/>
                      </a:avLst>
                    </a:prstGeom>
                    <a:solidFill>
                      <a:srgbClr val="857A7B"/>
                    </a:solidFill>
                    <a:ln w="38100">
                      <a:solidFill>
                        <a:srgbClr val="857A7B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401" name="Rectangle 1400">
                      <a:extLst>
                        <a:ext uri="{FF2B5EF4-FFF2-40B4-BE49-F238E27FC236}">
                          <a16:creationId xmlns:a16="http://schemas.microsoft.com/office/drawing/2014/main" id="{CCE50EC3-5492-2FF5-FDC6-F12B0C215A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22385" y="766712"/>
                      <a:ext cx="2040713" cy="83080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rgbClr val="F0F0F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grpSp>
                  <p:nvGrpSpPr>
                    <p:cNvPr id="1402" name="Group 1401">
                      <a:extLst>
                        <a:ext uri="{FF2B5EF4-FFF2-40B4-BE49-F238E27FC236}">
                          <a16:creationId xmlns:a16="http://schemas.microsoft.com/office/drawing/2014/main" id="{3870DF0F-0EE1-A616-7178-7B38C72CC94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898432" y="905989"/>
                      <a:ext cx="606154" cy="339092"/>
                      <a:chOff x="11380760" y="1407252"/>
                      <a:chExt cx="606154" cy="339092"/>
                    </a:xfrm>
                  </p:grpSpPr>
                  <p:sp>
                    <p:nvSpPr>
                      <p:cNvPr id="1368" name="Rounded Rectangle 1367">
                        <a:extLst>
                          <a:ext uri="{FF2B5EF4-FFF2-40B4-BE49-F238E27FC236}">
                            <a16:creationId xmlns:a16="http://schemas.microsoft.com/office/drawing/2014/main" id="{91B2C0EC-1903-00CE-62F0-EA3FF39CEA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380760" y="1407790"/>
                        <a:ext cx="606154" cy="338554"/>
                      </a:xfrm>
                      <a:prstGeom prst="roundRect">
                        <a:avLst>
                          <a:gd name="adj" fmla="val 0"/>
                        </a:avLst>
                      </a:prstGeom>
                      <a:solidFill>
                        <a:srgbClr val="F2F2F2"/>
                      </a:solidFill>
                      <a:ln w="3810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pic>
                    <p:nvPicPr>
                      <p:cNvPr id="1374" name="Picture 11" descr="Icon Free Eye PNG Transparent Background, Free Download #9665 - FreeIconsPNG">
                        <a:hlinkClick r:id="rId18"/>
                        <a:extLst>
                          <a:ext uri="{FF2B5EF4-FFF2-40B4-BE49-F238E27FC236}">
                            <a16:creationId xmlns:a16="http://schemas.microsoft.com/office/drawing/2014/main" id="{3F85A77A-2889-897F-D362-AE3198CE94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05173" y="1407252"/>
                        <a:ext cx="338554" cy="33855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  <p:grpSp>
                  <p:nvGrpSpPr>
                    <p:cNvPr id="1403" name="Group 1402">
                      <a:extLst>
                        <a:ext uri="{FF2B5EF4-FFF2-40B4-BE49-F238E27FC236}">
                          <a16:creationId xmlns:a16="http://schemas.microsoft.com/office/drawing/2014/main" id="{1C8A2669-87B0-AE91-774E-69A4BA7A82F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1925461" y="864157"/>
                      <a:ext cx="606154" cy="369332"/>
                      <a:chOff x="12266459" y="1376546"/>
                      <a:chExt cx="606154" cy="369332"/>
                    </a:xfrm>
                  </p:grpSpPr>
                  <p:sp>
                    <p:nvSpPr>
                      <p:cNvPr id="1370" name="Rounded Rectangle 1369">
                        <a:extLst>
                          <a:ext uri="{FF2B5EF4-FFF2-40B4-BE49-F238E27FC236}">
                            <a16:creationId xmlns:a16="http://schemas.microsoft.com/office/drawing/2014/main" id="{D4FACA1F-9117-F6C0-AB59-D5B8F7B9366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266459" y="1407252"/>
                        <a:ext cx="606154" cy="338554"/>
                      </a:xfrm>
                      <a:prstGeom prst="roundRect">
                        <a:avLst>
                          <a:gd name="adj" fmla="val 0"/>
                        </a:avLst>
                      </a:prstGeom>
                      <a:solidFill>
                        <a:srgbClr val="F2F2F2"/>
                      </a:solidFill>
                      <a:ln w="3810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pic>
                    <p:nvPicPr>
                      <p:cNvPr id="1377" name="Picture 14" descr="Star Icon PNGs for Free Download">
                        <a:hlinkClick r:id="rId20"/>
                        <a:extLst>
                          <a:ext uri="{FF2B5EF4-FFF2-40B4-BE49-F238E27FC236}">
                            <a16:creationId xmlns:a16="http://schemas.microsoft.com/office/drawing/2014/main" id="{CDBB4202-176C-2397-C72A-BFDEAF0EDD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79806" y="1376546"/>
                        <a:ext cx="369332" cy="36933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</p:grpSp>
              <p:sp>
                <p:nvSpPr>
                  <p:cNvPr id="1407" name="TextBox 1406">
                    <a:extLst>
                      <a:ext uri="{FF2B5EF4-FFF2-40B4-BE49-F238E27FC236}">
                        <a16:creationId xmlns:a16="http://schemas.microsoft.com/office/drawing/2014/main" id="{5A34BE8D-4B4F-6123-28CE-7CA9349896DF}"/>
                      </a:ext>
                    </a:extLst>
                  </p:cNvPr>
                  <p:cNvSpPr txBox="1"/>
                  <p:nvPr/>
                </p:nvSpPr>
                <p:spPr>
                  <a:xfrm>
                    <a:off x="10729663" y="1329007"/>
                    <a:ext cx="2933344" cy="24622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000" b="1" dirty="0"/>
                      <a:t>State</a:t>
                    </a:r>
                  </a:p>
                </p:txBody>
              </p:sp>
              <p:sp>
                <p:nvSpPr>
                  <p:cNvPr id="1408" name="TextBox 1407">
                    <a:extLst>
                      <a:ext uri="{FF2B5EF4-FFF2-40B4-BE49-F238E27FC236}">
                        <a16:creationId xmlns:a16="http://schemas.microsoft.com/office/drawing/2014/main" id="{BFF58AA1-5A72-465A-E44C-1BE94EF51076}"/>
                      </a:ext>
                    </a:extLst>
                  </p:cNvPr>
                  <p:cNvSpPr txBox="1"/>
                  <p:nvPr/>
                </p:nvSpPr>
                <p:spPr>
                  <a:xfrm>
                    <a:off x="11725567" y="1331532"/>
                    <a:ext cx="2933344" cy="24622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000" b="1" dirty="0"/>
                      <a:t>Reward</a:t>
                    </a:r>
                  </a:p>
                </p:txBody>
              </p:sp>
            </p:grpSp>
            <p:grpSp>
              <p:nvGrpSpPr>
                <p:cNvPr id="1428" name="Group 1427">
                  <a:extLst>
                    <a:ext uri="{FF2B5EF4-FFF2-40B4-BE49-F238E27FC236}">
                      <a16:creationId xmlns:a16="http://schemas.microsoft.com/office/drawing/2014/main" id="{0B28DC76-4861-6C03-DCE4-7C605BACDD8A}"/>
                    </a:ext>
                  </a:extLst>
                </p:cNvPr>
                <p:cNvGrpSpPr/>
                <p:nvPr/>
              </p:nvGrpSpPr>
              <p:grpSpPr>
                <a:xfrm>
                  <a:off x="10147015" y="2097459"/>
                  <a:ext cx="3545729" cy="2916101"/>
                  <a:chOff x="16212555" y="3365030"/>
                  <a:chExt cx="3545729" cy="2916101"/>
                </a:xfrm>
              </p:grpSpPr>
              <p:grpSp>
                <p:nvGrpSpPr>
                  <p:cNvPr id="1414" name="Group 1413">
                    <a:extLst>
                      <a:ext uri="{FF2B5EF4-FFF2-40B4-BE49-F238E27FC236}">
                        <a16:creationId xmlns:a16="http://schemas.microsoft.com/office/drawing/2014/main" id="{DB4052DA-2CCA-BD73-8F0F-2B9D7F5603B7}"/>
                      </a:ext>
                    </a:extLst>
                  </p:cNvPr>
                  <p:cNvGrpSpPr/>
                  <p:nvPr/>
                </p:nvGrpSpPr>
                <p:grpSpPr>
                  <a:xfrm>
                    <a:off x="16212555" y="3365030"/>
                    <a:ext cx="3545729" cy="2234331"/>
                    <a:chOff x="10684041" y="382916"/>
                    <a:chExt cx="3545729" cy="2234331"/>
                  </a:xfrm>
                </p:grpSpPr>
                <p:grpSp>
                  <p:nvGrpSpPr>
                    <p:cNvPr id="1417" name="Group 1416">
                      <a:extLst>
                        <a:ext uri="{FF2B5EF4-FFF2-40B4-BE49-F238E27FC236}">
                          <a16:creationId xmlns:a16="http://schemas.microsoft.com/office/drawing/2014/main" id="{8F1910D2-D3F2-9583-B48D-B9A7066D3C2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684042" y="382916"/>
                      <a:ext cx="3545728" cy="343400"/>
                      <a:chOff x="10720058" y="326379"/>
                      <a:chExt cx="3545728" cy="343400"/>
                    </a:xfrm>
                  </p:grpSpPr>
                  <p:sp>
                    <p:nvSpPr>
                      <p:cNvPr id="1426" name="Rounded Rectangle 1425">
                        <a:extLst>
                          <a:ext uri="{FF2B5EF4-FFF2-40B4-BE49-F238E27FC236}">
                            <a16:creationId xmlns:a16="http://schemas.microsoft.com/office/drawing/2014/main" id="{C7379860-EC97-094B-0223-AA61B11972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20058" y="331225"/>
                        <a:ext cx="2113183" cy="338554"/>
                      </a:xfrm>
                      <a:prstGeom prst="roundRect">
                        <a:avLst>
                          <a:gd name="adj" fmla="val 0"/>
                        </a:avLst>
                      </a:prstGeom>
                      <a:solidFill>
                        <a:srgbClr val="F2F2F2"/>
                      </a:solidFill>
                      <a:ln w="38100">
                        <a:solidFill>
                          <a:srgbClr val="857A7B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427" name="TextBox 1426">
                        <a:extLst>
                          <a:ext uri="{FF2B5EF4-FFF2-40B4-BE49-F238E27FC236}">
                            <a16:creationId xmlns:a16="http://schemas.microsoft.com/office/drawing/2014/main" id="{A66ADF9F-7A43-5774-F1D1-608B96FF5F7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1332442" y="326379"/>
                        <a:ext cx="2933344" cy="3385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sz="1600" b="1" dirty="0"/>
                          <a:t>Action</a:t>
                        </a:r>
                      </a:p>
                    </p:txBody>
                  </p:sp>
                </p:grpSp>
                <p:sp>
                  <p:nvSpPr>
                    <p:cNvPr id="1418" name="Rounded Rectangle 1417">
                      <a:extLst>
                        <a:ext uri="{FF2B5EF4-FFF2-40B4-BE49-F238E27FC236}">
                          <a16:creationId xmlns:a16="http://schemas.microsoft.com/office/drawing/2014/main" id="{185FC5C2-2A00-D423-17ED-305B47193BF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84041" y="743805"/>
                      <a:ext cx="2113183" cy="1873442"/>
                    </a:xfrm>
                    <a:prstGeom prst="roundRect">
                      <a:avLst>
                        <a:gd name="adj" fmla="val 0"/>
                      </a:avLst>
                    </a:prstGeom>
                    <a:solidFill>
                      <a:srgbClr val="857A7B"/>
                    </a:solidFill>
                    <a:ln w="38100">
                      <a:solidFill>
                        <a:srgbClr val="857A7B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419" name="Rectangle 1418">
                      <a:extLst>
                        <a:ext uri="{FF2B5EF4-FFF2-40B4-BE49-F238E27FC236}">
                          <a16:creationId xmlns:a16="http://schemas.microsoft.com/office/drawing/2014/main" id="{FD6A4A89-BDE2-C9D1-22A6-C692D76E45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22385" y="766711"/>
                      <a:ext cx="2040713" cy="18031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rgbClr val="F0F0F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grpSp>
                <p:nvGrpSpPr>
                  <p:cNvPr id="1411" name="Group 1410">
                    <a:extLst>
                      <a:ext uri="{FF2B5EF4-FFF2-40B4-BE49-F238E27FC236}">
                        <a16:creationId xmlns:a16="http://schemas.microsoft.com/office/drawing/2014/main" id="{719BA0FB-E766-DB46-9DB1-1F63799EA3B7}"/>
                      </a:ext>
                    </a:extLst>
                  </p:cNvPr>
                  <p:cNvGrpSpPr/>
                  <p:nvPr/>
                </p:nvGrpSpPr>
                <p:grpSpPr>
                  <a:xfrm>
                    <a:off x="16253875" y="3883349"/>
                    <a:ext cx="3080867" cy="2397782"/>
                    <a:chOff x="10198469" y="2573598"/>
                    <a:chExt cx="3422820" cy="2390703"/>
                  </a:xfrm>
                </p:grpSpPr>
                <p:grpSp>
                  <p:nvGrpSpPr>
                    <p:cNvPr id="1350" name="Group 1349">
                      <a:extLst>
                        <a:ext uri="{FF2B5EF4-FFF2-40B4-BE49-F238E27FC236}">
                          <a16:creationId xmlns:a16="http://schemas.microsoft.com/office/drawing/2014/main" id="{8366B387-D954-128B-3DA3-4691270F858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31997" y="2573598"/>
                      <a:ext cx="3289292" cy="1542808"/>
                      <a:chOff x="10933940" y="3021992"/>
                      <a:chExt cx="3289292" cy="1542808"/>
                    </a:xfrm>
                  </p:grpSpPr>
                  <p:grpSp>
                    <p:nvGrpSpPr>
                      <p:cNvPr id="1347" name="Group 1346">
                        <a:extLst>
                          <a:ext uri="{FF2B5EF4-FFF2-40B4-BE49-F238E27FC236}">
                            <a16:creationId xmlns:a16="http://schemas.microsoft.com/office/drawing/2014/main" id="{A058F30E-08C5-701A-1612-E27E20574A9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933940" y="3021992"/>
                        <a:ext cx="3289292" cy="587687"/>
                        <a:chOff x="10933940" y="3021992"/>
                        <a:chExt cx="3289292" cy="587687"/>
                      </a:xfrm>
                    </p:grpSpPr>
                    <p:sp>
                      <p:nvSpPr>
                        <p:cNvPr id="1302" name="Rounded Rectangle 1301">
                          <a:extLst>
                            <a:ext uri="{FF2B5EF4-FFF2-40B4-BE49-F238E27FC236}">
                              <a16:creationId xmlns:a16="http://schemas.microsoft.com/office/drawing/2014/main" id="{C0B6F5E6-A405-D237-1A3D-4F9829AEEB3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933940" y="3021992"/>
                          <a:ext cx="1975236" cy="338554"/>
                        </a:xfrm>
                        <a:prstGeom prst="roundRect">
                          <a:avLst/>
                        </a:prstGeom>
                        <a:solidFill>
                          <a:srgbClr val="F2F2F2"/>
                        </a:solidFill>
                        <a:ln w="38100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sp>
                      <p:nvSpPr>
                        <p:cNvPr id="1303" name="TextBox 1302">
                          <a:extLst>
                            <a:ext uri="{FF2B5EF4-FFF2-40B4-BE49-F238E27FC236}">
                              <a16:creationId xmlns:a16="http://schemas.microsoft.com/office/drawing/2014/main" id="{4D7CFC2D-A0F9-AC9A-28ED-79EBB14DF97E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1289888" y="3026631"/>
                          <a:ext cx="2933344" cy="583048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en-US" sz="1400" b="1" dirty="0"/>
                            <a:t>x̂ ~ </a:t>
                          </a:r>
                          <a:r>
                            <a:rPr lang="el-GR" sz="1400" b="1" dirty="0"/>
                            <a:t>π</a:t>
                          </a:r>
                          <a:r>
                            <a:rPr lang="el-GR" sz="1400" b="1" baseline="-25000" dirty="0"/>
                            <a:t>θ</a:t>
                          </a:r>
                          <a:r>
                            <a:rPr lang="el-GR" sz="1400" b="1" dirty="0"/>
                            <a:t>(</a:t>
                          </a:r>
                          <a:r>
                            <a:rPr lang="en-US" sz="1400" b="1" dirty="0"/>
                            <a:t>aₜ | sₜ)</a:t>
                          </a:r>
                        </a:p>
                        <a:p>
                          <a:endParaRPr lang="en-US" dirty="0"/>
                        </a:p>
                      </p:txBody>
                    </p:sp>
                  </p:grpSp>
                  <p:grpSp>
                    <p:nvGrpSpPr>
                      <p:cNvPr id="1349" name="Group 1348">
                        <a:extLst>
                          <a:ext uri="{FF2B5EF4-FFF2-40B4-BE49-F238E27FC236}">
                            <a16:creationId xmlns:a16="http://schemas.microsoft.com/office/drawing/2014/main" id="{D3E133BF-3586-9078-3388-51DE88E0AC7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961078" y="3356430"/>
                        <a:ext cx="2317801" cy="1208370"/>
                        <a:chOff x="10961078" y="3356430"/>
                        <a:chExt cx="2317801" cy="1208370"/>
                      </a:xfrm>
                    </p:grpSpPr>
                    <p:grpSp>
                      <p:nvGrpSpPr>
                        <p:cNvPr id="1348" name="Group 1347">
                          <a:extLst>
                            <a:ext uri="{FF2B5EF4-FFF2-40B4-BE49-F238E27FC236}">
                              <a16:creationId xmlns:a16="http://schemas.microsoft.com/office/drawing/2014/main" id="{A2659777-6367-AC13-FA11-3645C0D08B27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1290168" y="3356430"/>
                          <a:ext cx="1328625" cy="726380"/>
                          <a:chOff x="11290168" y="3356430"/>
                          <a:chExt cx="1328625" cy="726380"/>
                        </a:xfrm>
                      </p:grpSpPr>
                      <p:cxnSp>
                        <p:nvCxnSpPr>
                          <p:cNvPr id="1316" name="Straight Connector 1315">
                            <a:extLst>
                              <a:ext uri="{FF2B5EF4-FFF2-40B4-BE49-F238E27FC236}">
                                <a16:creationId xmlns:a16="http://schemas.microsoft.com/office/drawing/2014/main" id="{CFA5D8AE-9F7B-F8BE-9349-5CDA28226349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flipH="1">
                            <a:off x="11479301" y="3360546"/>
                            <a:ext cx="190678" cy="347003"/>
                          </a:xfrm>
                          <a:prstGeom prst="line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318" name="Straight Connector 1317">
                            <a:extLst>
                              <a:ext uri="{FF2B5EF4-FFF2-40B4-BE49-F238E27FC236}">
                                <a16:creationId xmlns:a16="http://schemas.microsoft.com/office/drawing/2014/main" id="{70A0F4A1-DC51-14B7-5B79-0A1892BD3126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12124544" y="3356430"/>
                            <a:ext cx="245334" cy="323609"/>
                          </a:xfrm>
                          <a:prstGeom prst="line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grpSp>
                        <p:nvGrpSpPr>
                          <p:cNvPr id="1307" name="Group 1306">
                            <a:extLst>
                              <a:ext uri="{FF2B5EF4-FFF2-40B4-BE49-F238E27FC236}">
                                <a16:creationId xmlns:a16="http://schemas.microsoft.com/office/drawing/2014/main" id="{3365ED8B-0EE9-3A51-8AEC-345C09B8DE42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1325923" y="3572642"/>
                            <a:ext cx="342512" cy="276999"/>
                            <a:chOff x="5809129" y="4189456"/>
                            <a:chExt cx="540520" cy="478214"/>
                          </a:xfrm>
                        </p:grpSpPr>
                        <p:sp>
                          <p:nvSpPr>
                            <p:cNvPr id="1304" name="Rectangle 1303">
                              <a:extLst>
                                <a:ext uri="{FF2B5EF4-FFF2-40B4-BE49-F238E27FC236}">
                                  <a16:creationId xmlns:a16="http://schemas.microsoft.com/office/drawing/2014/main" id="{AA931F04-B415-FA6B-77FC-64338BC944F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09129" y="4231341"/>
                              <a:ext cx="484095" cy="394447"/>
                            </a:xfrm>
                            <a:prstGeom prst="rect">
                              <a:avLst/>
                            </a:prstGeom>
                            <a:solidFill>
                              <a:srgbClr val="B5E3FF"/>
                            </a:solidFill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dirty="0"/>
                            </a:p>
                          </p:txBody>
                        </p:sp>
                        <p:sp>
                          <p:nvSpPr>
                            <p:cNvPr id="1306" name="TextBox 1305">
                              <a:extLst>
                                <a:ext uri="{FF2B5EF4-FFF2-40B4-BE49-F238E27FC236}">
                                  <a16:creationId xmlns:a16="http://schemas.microsoft.com/office/drawing/2014/main" id="{13836F5D-EF35-8133-5EB9-D7A285F8400C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5846091" y="4189456"/>
                              <a:ext cx="503558" cy="478214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>
                              <a:spAutoFit/>
                            </a:bodyPr>
                            <a:lstStyle/>
                            <a:p>
                              <a:r>
                                <a:rPr lang="en-US" sz="1200" b="1" dirty="0"/>
                                <a:t>x̂ </a:t>
                              </a:r>
                              <a:endParaRPr lang="en-US" sz="1200" dirty="0"/>
                            </a:p>
                          </p:txBody>
                        </p:sp>
                      </p:grpSp>
                      <p:grpSp>
                        <p:nvGrpSpPr>
                          <p:cNvPr id="1314" name="Group 1313">
                            <a:extLst>
                              <a:ext uri="{FF2B5EF4-FFF2-40B4-BE49-F238E27FC236}">
                                <a16:creationId xmlns:a16="http://schemas.microsoft.com/office/drawing/2014/main" id="{49EDBBD5-87CB-6E06-61D4-3366C12E651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2069037" y="3567759"/>
                            <a:ext cx="498778" cy="285473"/>
                            <a:chOff x="11064365" y="3857369"/>
                            <a:chExt cx="498778" cy="285473"/>
                          </a:xfrm>
                        </p:grpSpPr>
                        <p:sp>
                          <p:nvSpPr>
                            <p:cNvPr id="1309" name="Rectangle 1308">
                              <a:extLst>
                                <a:ext uri="{FF2B5EF4-FFF2-40B4-BE49-F238E27FC236}">
                                  <a16:creationId xmlns:a16="http://schemas.microsoft.com/office/drawing/2014/main" id="{92680ED0-7D5F-D831-32D4-B60FE4A9327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89408" y="3882920"/>
                              <a:ext cx="306757" cy="228478"/>
                            </a:xfrm>
                            <a:prstGeom prst="rect">
                              <a:avLst/>
                            </a:prstGeom>
                            <a:solidFill>
                              <a:srgbClr val="B08BE7"/>
                            </a:solidFill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dirty="0"/>
                            </a:p>
                          </p:txBody>
                        </p:sp>
                        <p:grpSp>
                          <p:nvGrpSpPr>
                            <p:cNvPr id="1313" name="Group 1312">
                              <a:extLst>
                                <a:ext uri="{FF2B5EF4-FFF2-40B4-BE49-F238E27FC236}">
                                  <a16:creationId xmlns:a16="http://schemas.microsoft.com/office/drawing/2014/main" id="{99DFCE05-7177-3DFE-348C-09CB2976A849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1064365" y="3857369"/>
                              <a:ext cx="498778" cy="285473"/>
                              <a:chOff x="10704439" y="3732771"/>
                              <a:chExt cx="498778" cy="285473"/>
                            </a:xfrm>
                          </p:grpSpPr>
                          <mc:AlternateContent xmlns:mc="http://schemas.openxmlformats.org/markup-compatibility/2006" xmlns:a14="http://schemas.microsoft.com/office/drawing/2010/main">
                            <mc:Choice Requires="a14">
                              <p:sp>
                                <p:nvSpPr>
                                  <p:cNvPr id="1311" name="TextBox 1310">
                                    <a:extLst>
                                      <a:ext uri="{FF2B5EF4-FFF2-40B4-BE49-F238E27FC236}">
                                        <a16:creationId xmlns:a16="http://schemas.microsoft.com/office/drawing/2014/main" id="{24A9ED28-B475-F42C-CEDE-E73A4A469E80}"/>
                                      </a:ext>
                                    </a:extLst>
                                  </p:cNvPr>
                                  <p:cNvSpPr txBox="1"/>
                                  <p:nvPr/>
                                </p:nvSpPr>
                                <p:spPr>
                                  <a:xfrm>
                                    <a:off x="10704439" y="3741245"/>
                                    <a:ext cx="444500" cy="276999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</p:spPr>
                                <p:txBody>
                                  <a:bodyPr wrap="square" rtlCol="0">
                                    <a:spAutoFit/>
                                  </a:bodyPr>
                                  <a:lstStyle/>
                                  <a:p>
                                    <a:pPr/>
                                    <a14:m>
                                      <m:oMathPara xmlns:m="http://schemas.openxmlformats.org/officeDocument/2006/math">
                                        <m:oMathParaPr>
                                          <m:jc m:val="centerGroup"/>
                                        </m:oMathParaPr>
                                        <m:oMath xmlns:m="http://schemas.openxmlformats.org/officeDocument/2006/math">
                                          <m:r>
                                            <m:rPr>
                                              <m:nor/>
                                            </m:rPr>
                                            <a:rPr lang="en-US" sz="1200"/>
                                            <m:t>¬</m:t>
                                          </m:r>
                                        </m:oMath>
                                      </m:oMathPara>
                                    </a14:m>
                                    <a:endParaRPr lang="en-US" sz="1200" dirty="0"/>
                                  </a:p>
                                </p:txBody>
                              </p:sp>
                            </mc:Choice>
                            <mc:Fallback xmlns="">
                              <p:sp>
                                <p:nvSpPr>
                                  <p:cNvPr id="1311" name="TextBox 1310">
                                    <a:extLst>
                                      <a:ext uri="{FF2B5EF4-FFF2-40B4-BE49-F238E27FC236}">
                                        <a16:creationId xmlns:a16="http://schemas.microsoft.com/office/drawing/2014/main" id="{24A9ED28-B475-F42C-CEDE-E73A4A469E80}"/>
                                      </a:ext>
                                    </a:extLst>
                                  </p:cNvPr>
                                  <p:cNvSpPr txBox="1">
                                    <a:spLocks noRot="1" noChangeAspect="1" noMove="1" noResize="1" noEditPoints="1" noAdjustHandles="1" noChangeArrowheads="1" noChangeShapeType="1" noTextEdit="1"/>
                                  </p:cNvSpPr>
                                  <p:nvPr/>
                                </p:nvSpPr>
                                <p:spPr>
                                  <a:xfrm>
                                    <a:off x="10704439" y="3741245"/>
                                    <a:ext cx="444500" cy="276999"/>
                                  </a:xfrm>
                                  <a:prstGeom prst="rect">
                                    <a:avLst/>
                                  </a:prstGeom>
                                  <a:blipFill>
                                    <a:blip r:embed="rId22"/>
                                    <a:stretch>
                                      <a:fillRect/>
                                    </a:stretch>
                                  </a:blipFill>
                                </p:spPr>
                                <p:txBody>
                                  <a:bodyPr/>
                                  <a:lstStyle/>
                                  <a:p>
                                    <a:r>
                                      <a:rPr lang="en-US">
                                        <a:noFill/>
                                      </a:rPr>
                                      <a:t> </a:t>
                                    </a:r>
                                  </a:p>
                                </p:txBody>
                              </p:sp>
                            </mc:Fallback>
                          </mc:AlternateContent>
                          <p:sp>
                            <p:nvSpPr>
                              <p:cNvPr id="1312" name="TextBox 1311">
                                <a:extLst>
                                  <a:ext uri="{FF2B5EF4-FFF2-40B4-BE49-F238E27FC236}">
                                    <a16:creationId xmlns:a16="http://schemas.microsoft.com/office/drawing/2014/main" id="{AC19ED95-3FA0-BA8E-9B0B-4258FF00C630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10884127" y="3732771"/>
                                <a:ext cx="319090" cy="276999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>
                                <a:spAutoFit/>
                              </a:bodyPr>
                              <a:lstStyle/>
                              <a:p>
                                <a:r>
                                  <a:rPr lang="en-US" sz="1200" b="1" dirty="0"/>
                                  <a:t>x̂ </a:t>
                                </a:r>
                                <a:endParaRPr lang="en-US" sz="1200" dirty="0"/>
                              </a:p>
                            </p:txBody>
                          </p:sp>
                        </p:grpSp>
                      </p:grpSp>
                      <p:cxnSp>
                        <p:nvCxnSpPr>
                          <p:cNvPr id="1325" name="Straight Arrow Connector 1324">
                            <a:extLst>
                              <a:ext uri="{FF2B5EF4-FFF2-40B4-BE49-F238E27FC236}">
                                <a16:creationId xmlns:a16="http://schemas.microsoft.com/office/drawing/2014/main" id="{B98ADAF1-83E1-535E-FE9F-4892C890943F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flipH="1">
                            <a:off x="11290168" y="3819131"/>
                            <a:ext cx="141500" cy="263679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  <a:tailEnd type="triangle"/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329" name="Straight Arrow Connector 1328">
                            <a:extLst>
                              <a:ext uri="{FF2B5EF4-FFF2-40B4-BE49-F238E27FC236}">
                                <a16:creationId xmlns:a16="http://schemas.microsoft.com/office/drawing/2014/main" id="{853C1CE2-0504-6687-92C4-B129F9AC1417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12431394" y="3822193"/>
                            <a:ext cx="187399" cy="260617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  <a:tailEnd type="triangle"/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grpSp>
                      <p:nvGrpSpPr>
                        <p:cNvPr id="1340" name="Group 1339">
                          <a:extLst>
                            <a:ext uri="{FF2B5EF4-FFF2-40B4-BE49-F238E27FC236}">
                              <a16:creationId xmlns:a16="http://schemas.microsoft.com/office/drawing/2014/main" id="{6433D21E-2B83-8EAD-2084-FCD74A11443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0961078" y="4088946"/>
                          <a:ext cx="616648" cy="475854"/>
                          <a:chOff x="10961078" y="4088946"/>
                          <a:chExt cx="616648" cy="475854"/>
                        </a:xfrm>
                      </p:grpSpPr>
                      <p:sp>
                        <p:nvSpPr>
                          <p:cNvPr id="1321" name="Rounded Rectangle 1320">
                            <a:extLst>
                              <a:ext uri="{FF2B5EF4-FFF2-40B4-BE49-F238E27FC236}">
                                <a16:creationId xmlns:a16="http://schemas.microsoft.com/office/drawing/2014/main" id="{DD17177D-0EB0-CA61-63AD-4D8CFE0FA6F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961078" y="4088946"/>
                            <a:ext cx="616648" cy="317500"/>
                          </a:xfrm>
                          <a:prstGeom prst="roundRect">
                            <a:avLst/>
                          </a:prstGeom>
                          <a:solidFill>
                            <a:srgbClr val="F2F2F2"/>
                          </a:solidFill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dirty="0"/>
                          </a:p>
                        </p:txBody>
                      </p:sp>
                      <p:cxnSp>
                        <p:nvCxnSpPr>
                          <p:cNvPr id="1336" name="Straight Arrow Connector 1335">
                            <a:extLst>
                              <a:ext uri="{FF2B5EF4-FFF2-40B4-BE49-F238E27FC236}">
                                <a16:creationId xmlns:a16="http://schemas.microsoft.com/office/drawing/2014/main" id="{34A0DDD6-DBEC-2495-450D-B1A669A670B8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flipH="1">
                            <a:off x="11109600" y="4406446"/>
                            <a:ext cx="63955" cy="158354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  <a:tailEnd type="triangle"/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338" name="Straight Arrow Connector 1337">
                            <a:extLst>
                              <a:ext uri="{FF2B5EF4-FFF2-40B4-BE49-F238E27FC236}">
                                <a16:creationId xmlns:a16="http://schemas.microsoft.com/office/drawing/2014/main" id="{B99F7E6E-8650-5E13-2C51-B5481B968CB4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11322077" y="4406446"/>
                            <a:ext cx="105713" cy="149954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  <a:tailEnd type="triangle"/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grpSp>
                      <p:nvGrpSpPr>
                        <p:cNvPr id="1341" name="Group 1340">
                          <a:extLst>
                            <a:ext uri="{FF2B5EF4-FFF2-40B4-BE49-F238E27FC236}">
                              <a16:creationId xmlns:a16="http://schemas.microsoft.com/office/drawing/2014/main" id="{5FB890EB-91D9-54ED-3486-5F3FE80576EB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2292528" y="4088946"/>
                          <a:ext cx="616648" cy="475854"/>
                          <a:chOff x="10961078" y="4088946"/>
                          <a:chExt cx="616648" cy="475854"/>
                        </a:xfrm>
                      </p:grpSpPr>
                      <p:sp>
                        <p:nvSpPr>
                          <p:cNvPr id="1342" name="Rounded Rectangle 1341">
                            <a:extLst>
                              <a:ext uri="{FF2B5EF4-FFF2-40B4-BE49-F238E27FC236}">
                                <a16:creationId xmlns:a16="http://schemas.microsoft.com/office/drawing/2014/main" id="{55303B97-4DDE-C7D1-4B93-7FDD635593B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961078" y="4088946"/>
                            <a:ext cx="616648" cy="317500"/>
                          </a:xfrm>
                          <a:prstGeom prst="roundRect">
                            <a:avLst/>
                          </a:prstGeom>
                          <a:solidFill>
                            <a:srgbClr val="F2F2F2"/>
                          </a:solidFill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dirty="0"/>
                          </a:p>
                        </p:txBody>
                      </p:sp>
                      <p:cxnSp>
                        <p:nvCxnSpPr>
                          <p:cNvPr id="1343" name="Straight Arrow Connector 1342">
                            <a:extLst>
                              <a:ext uri="{FF2B5EF4-FFF2-40B4-BE49-F238E27FC236}">
                                <a16:creationId xmlns:a16="http://schemas.microsoft.com/office/drawing/2014/main" id="{66529981-4ECD-2520-AB2C-94F610546454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flipH="1">
                            <a:off x="11109600" y="4406446"/>
                            <a:ext cx="63955" cy="158354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  <a:tailEnd type="triangle"/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344" name="Straight Arrow Connector 1343">
                            <a:extLst>
                              <a:ext uri="{FF2B5EF4-FFF2-40B4-BE49-F238E27FC236}">
                                <a16:creationId xmlns:a16="http://schemas.microsoft.com/office/drawing/2014/main" id="{18B93599-55E8-542E-5439-44E9F523027B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11322077" y="4406446"/>
                            <a:ext cx="105713" cy="149954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  <a:tailEnd type="triangle"/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sp>
                      <p:nvSpPr>
                        <p:cNvPr id="1345" name="TextBox 1344">
                          <a:extLst>
                            <a:ext uri="{FF2B5EF4-FFF2-40B4-BE49-F238E27FC236}">
                              <a16:creationId xmlns:a16="http://schemas.microsoft.com/office/drawing/2014/main" id="{259A3328-F5DD-F737-CEC2-600D5ECFA992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1071568" y="4015198"/>
                          <a:ext cx="874643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en-US" dirty="0"/>
                            <a:t>...</a:t>
                          </a:r>
                        </a:p>
                      </p:txBody>
                    </p:sp>
                    <p:sp>
                      <p:nvSpPr>
                        <p:cNvPr id="1346" name="TextBox 1345">
                          <a:extLst>
                            <a:ext uri="{FF2B5EF4-FFF2-40B4-BE49-F238E27FC236}">
                              <a16:creationId xmlns:a16="http://schemas.microsoft.com/office/drawing/2014/main" id="{A68C7C93-5FFC-51CC-E4BB-5BCE761579C8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2404236" y="4000036"/>
                          <a:ext cx="874643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en-US" dirty="0"/>
                            <a:t>...</a:t>
                          </a:r>
                        </a:p>
                      </p:txBody>
                    </p:sp>
                  </p:grpSp>
                </p:grpSp>
                <p:sp>
                  <p:nvSpPr>
                    <p:cNvPr id="1361" name="TextBox 1360">
                      <a:extLst>
                        <a:ext uri="{FF2B5EF4-FFF2-40B4-BE49-F238E27FC236}">
                          <a16:creationId xmlns:a16="http://schemas.microsoft.com/office/drawing/2014/main" id="{BE73A28B-5178-1BA5-CA1C-1A4FF71A702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198469" y="4379526"/>
                      <a:ext cx="2194102" cy="58477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1600" b="1" dirty="0"/>
                        <a:t>Policy-Guided Variable Selection</a:t>
                      </a:r>
                      <a:endParaRPr lang="en-US" sz="16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</p:grpSp>
            <p:grpSp>
              <p:nvGrpSpPr>
                <p:cNvPr id="1430" name="Group 1429">
                  <a:extLst>
                    <a:ext uri="{FF2B5EF4-FFF2-40B4-BE49-F238E27FC236}">
                      <a16:creationId xmlns:a16="http://schemas.microsoft.com/office/drawing/2014/main" id="{E547860C-CD5A-6068-891C-BC36EF2E1FA1}"/>
                    </a:ext>
                  </a:extLst>
                </p:cNvPr>
                <p:cNvGrpSpPr/>
                <p:nvPr/>
              </p:nvGrpSpPr>
              <p:grpSpPr>
                <a:xfrm>
                  <a:off x="9836698" y="537774"/>
                  <a:ext cx="1308816" cy="581325"/>
                  <a:chOff x="10695457" y="741533"/>
                  <a:chExt cx="1308816" cy="581325"/>
                </a:xfrm>
              </p:grpSpPr>
              <p:sp>
                <p:nvSpPr>
                  <p:cNvPr id="1434" name="Rounded Rectangle 1433">
                    <a:extLst>
                      <a:ext uri="{FF2B5EF4-FFF2-40B4-BE49-F238E27FC236}">
                        <a16:creationId xmlns:a16="http://schemas.microsoft.com/office/drawing/2014/main" id="{7C84FAB1-0B0F-DEDA-012B-F9D5C4A3BDD6}"/>
                      </a:ext>
                    </a:extLst>
                  </p:cNvPr>
                  <p:cNvSpPr/>
                  <p:nvPr/>
                </p:nvSpPr>
                <p:spPr>
                  <a:xfrm>
                    <a:off x="10695457" y="741533"/>
                    <a:ext cx="1294318" cy="581325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rgbClr val="857A7B"/>
                  </a:solidFill>
                  <a:ln w="38100">
                    <a:solidFill>
                      <a:srgbClr val="857A7B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435" name="Rectangle 1434">
                    <a:extLst>
                      <a:ext uri="{FF2B5EF4-FFF2-40B4-BE49-F238E27FC236}">
                        <a16:creationId xmlns:a16="http://schemas.microsoft.com/office/drawing/2014/main" id="{1B654A55-0C3D-D998-3EAA-D5AEEC8B773A}"/>
                      </a:ext>
                    </a:extLst>
                  </p:cNvPr>
                  <p:cNvSpPr/>
                  <p:nvPr/>
                </p:nvSpPr>
                <p:spPr>
                  <a:xfrm>
                    <a:off x="10722385" y="766712"/>
                    <a:ext cx="1241545" cy="52615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F0F0F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443" name="TextBox 1442">
                    <a:extLst>
                      <a:ext uri="{FF2B5EF4-FFF2-40B4-BE49-F238E27FC236}">
                        <a16:creationId xmlns:a16="http://schemas.microsoft.com/office/drawing/2014/main" id="{8692643F-7E7D-243F-600A-2D8E489E8007}"/>
                      </a:ext>
                    </a:extLst>
                  </p:cNvPr>
                  <p:cNvSpPr txBox="1"/>
                  <p:nvPr/>
                </p:nvSpPr>
                <p:spPr>
                  <a:xfrm>
                    <a:off x="10709955" y="785914"/>
                    <a:ext cx="1294318" cy="46166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200" b="1" dirty="0"/>
                      <a:t>Policy Optimizer (PPO)</a:t>
                    </a:r>
                  </a:p>
                </p:txBody>
              </p:sp>
            </p:grpSp>
            <p:cxnSp>
              <p:nvCxnSpPr>
                <p:cNvPr id="1447" name="Straight Arrow Connector 1446">
                  <a:extLst>
                    <a:ext uri="{FF2B5EF4-FFF2-40B4-BE49-F238E27FC236}">
                      <a16:creationId xmlns:a16="http://schemas.microsoft.com/office/drawing/2014/main" id="{620EC2F8-53BD-EA2A-C6C2-807BD7E77C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175068" y="735562"/>
                  <a:ext cx="299001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457" name="Group 1456">
                  <a:extLst>
                    <a:ext uri="{FF2B5EF4-FFF2-40B4-BE49-F238E27FC236}">
                      <a16:creationId xmlns:a16="http://schemas.microsoft.com/office/drawing/2014/main" id="{E194C3EA-3A08-402B-5891-A619A45DC4DD}"/>
                    </a:ext>
                  </a:extLst>
                </p:cNvPr>
                <p:cNvGrpSpPr/>
                <p:nvPr/>
              </p:nvGrpSpPr>
              <p:grpSpPr>
                <a:xfrm>
                  <a:off x="9150105" y="717772"/>
                  <a:ext cx="615649" cy="256560"/>
                  <a:chOff x="9150105" y="717772"/>
                  <a:chExt cx="615649" cy="256560"/>
                </a:xfrm>
              </p:grpSpPr>
              <p:cxnSp>
                <p:nvCxnSpPr>
                  <p:cNvPr id="1451" name="Straight Connector 1450">
                    <a:extLst>
                      <a:ext uri="{FF2B5EF4-FFF2-40B4-BE49-F238E27FC236}">
                        <a16:creationId xmlns:a16="http://schemas.microsoft.com/office/drawing/2014/main" id="{FDA311BC-4DF6-97B7-23C0-164C6BEB739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9150105" y="735562"/>
                    <a:ext cx="615649" cy="0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53" name="Straight Arrow Connector 1452">
                    <a:extLst>
                      <a:ext uri="{FF2B5EF4-FFF2-40B4-BE49-F238E27FC236}">
                        <a16:creationId xmlns:a16="http://schemas.microsoft.com/office/drawing/2014/main" id="{F75B2B04-8022-2275-E48B-40B6A8BABBF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152823" y="717772"/>
                    <a:ext cx="0" cy="256560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458" name="Group 1457">
                  <a:extLst>
                    <a:ext uri="{FF2B5EF4-FFF2-40B4-BE49-F238E27FC236}">
                      <a16:creationId xmlns:a16="http://schemas.microsoft.com/office/drawing/2014/main" id="{01D16127-CAC7-F95F-F8CE-712E1AE65DD9}"/>
                    </a:ext>
                  </a:extLst>
                </p:cNvPr>
                <p:cNvGrpSpPr/>
                <p:nvPr/>
              </p:nvGrpSpPr>
              <p:grpSpPr>
                <a:xfrm rot="5400000">
                  <a:off x="13195547" y="1293222"/>
                  <a:ext cx="1471618" cy="356301"/>
                  <a:chOff x="8948152" y="897268"/>
                  <a:chExt cx="1471618" cy="356301"/>
                </a:xfrm>
              </p:grpSpPr>
              <p:cxnSp>
                <p:nvCxnSpPr>
                  <p:cNvPr id="1459" name="Straight Connector 1458">
                    <a:extLst>
                      <a:ext uri="{FF2B5EF4-FFF2-40B4-BE49-F238E27FC236}">
                        <a16:creationId xmlns:a16="http://schemas.microsoft.com/office/drawing/2014/main" id="{3072979C-94C8-2C5E-5ED0-30CAD5E34A6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V="1">
                    <a:off x="9683961" y="172537"/>
                    <a:ext cx="0" cy="1471618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60" name="Straight Arrow Connector 1459">
                    <a:extLst>
                      <a:ext uri="{FF2B5EF4-FFF2-40B4-BE49-F238E27FC236}">
                        <a16:creationId xmlns:a16="http://schemas.microsoft.com/office/drawing/2014/main" id="{458F2A45-27B9-3E2D-71CA-DFDB9833A2B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8770005" y="1075419"/>
                    <a:ext cx="356301" cy="0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359" name="Straight Arrow Connector 1358">
                <a:extLst>
                  <a:ext uri="{FF2B5EF4-FFF2-40B4-BE49-F238E27FC236}">
                    <a16:creationId xmlns:a16="http://schemas.microsoft.com/office/drawing/2014/main" id="{E9B719C7-60DB-66A0-26F9-B0A6A28CE9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71338" y="3191269"/>
                <a:ext cx="622325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638" name="Straight Arrow Connector 1637">
            <a:extLst>
              <a:ext uri="{FF2B5EF4-FFF2-40B4-BE49-F238E27FC236}">
                <a16:creationId xmlns:a16="http://schemas.microsoft.com/office/drawing/2014/main" id="{E732A3BD-E9A2-803D-95AF-7A19DC7F803E}"/>
              </a:ext>
            </a:extLst>
          </p:cNvPr>
          <p:cNvCxnSpPr>
            <a:cxnSpLocks/>
          </p:cNvCxnSpPr>
          <p:nvPr/>
        </p:nvCxnSpPr>
        <p:spPr>
          <a:xfrm>
            <a:off x="17523409" y="3428997"/>
            <a:ext cx="62232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41" name="Group 1640">
            <a:extLst>
              <a:ext uri="{FF2B5EF4-FFF2-40B4-BE49-F238E27FC236}">
                <a16:creationId xmlns:a16="http://schemas.microsoft.com/office/drawing/2014/main" id="{80F74F93-2A7F-F96A-529C-C78C569E15C5}"/>
              </a:ext>
            </a:extLst>
          </p:cNvPr>
          <p:cNvGrpSpPr/>
          <p:nvPr/>
        </p:nvGrpSpPr>
        <p:grpSpPr>
          <a:xfrm>
            <a:off x="18172581" y="3049774"/>
            <a:ext cx="2194103" cy="876155"/>
            <a:chOff x="18266365" y="3049774"/>
            <a:chExt cx="2194103" cy="876155"/>
          </a:xfrm>
        </p:grpSpPr>
        <p:sp>
          <p:nvSpPr>
            <p:cNvPr id="1639" name="Trapezoid 1638">
              <a:extLst>
                <a:ext uri="{FF2B5EF4-FFF2-40B4-BE49-F238E27FC236}">
                  <a16:creationId xmlns:a16="http://schemas.microsoft.com/office/drawing/2014/main" id="{1B9A687C-6C4F-72C9-52D9-E7640E4B00EE}"/>
                </a:ext>
              </a:extLst>
            </p:cNvPr>
            <p:cNvSpPr/>
            <p:nvPr/>
          </p:nvSpPr>
          <p:spPr>
            <a:xfrm>
              <a:off x="18382890" y="3049774"/>
              <a:ext cx="1961025" cy="876155"/>
            </a:xfrm>
            <a:prstGeom prst="trapezoid">
              <a:avLst/>
            </a:prstGeom>
            <a:solidFill>
              <a:schemeClr val="bg1"/>
            </a:solidFill>
            <a:ln w="57150">
              <a:solidFill>
                <a:srgbClr val="615CF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40" name="TextBox 1639">
              <a:extLst>
                <a:ext uri="{FF2B5EF4-FFF2-40B4-BE49-F238E27FC236}">
                  <a16:creationId xmlns:a16="http://schemas.microsoft.com/office/drawing/2014/main" id="{A4CBC8B9-D092-A645-25F0-BFBEF4A8DA46}"/>
                </a:ext>
              </a:extLst>
            </p:cNvPr>
            <p:cNvSpPr txBox="1"/>
            <p:nvPr/>
          </p:nvSpPr>
          <p:spPr>
            <a:xfrm>
              <a:off x="18266365" y="3333867"/>
              <a:ext cx="219410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Solution Status</a:t>
              </a:r>
              <a:endParaRPr lang="en-US" sz="16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647" name="Group 1646">
            <a:extLst>
              <a:ext uri="{FF2B5EF4-FFF2-40B4-BE49-F238E27FC236}">
                <a16:creationId xmlns:a16="http://schemas.microsoft.com/office/drawing/2014/main" id="{AD4FA7C4-F4CF-0CE6-C4B4-7E42EE594347}"/>
              </a:ext>
            </a:extLst>
          </p:cNvPr>
          <p:cNvGrpSpPr/>
          <p:nvPr/>
        </p:nvGrpSpPr>
        <p:grpSpPr>
          <a:xfrm>
            <a:off x="8324697" y="4738440"/>
            <a:ext cx="2113183" cy="491445"/>
            <a:chOff x="8356593" y="4671336"/>
            <a:chExt cx="2113183" cy="491445"/>
          </a:xfrm>
        </p:grpSpPr>
        <p:grpSp>
          <p:nvGrpSpPr>
            <p:cNvPr id="1645" name="Group 1644">
              <a:extLst>
                <a:ext uri="{FF2B5EF4-FFF2-40B4-BE49-F238E27FC236}">
                  <a16:creationId xmlns:a16="http://schemas.microsoft.com/office/drawing/2014/main" id="{69EAB327-E317-6912-013C-D8E3E6E07361}"/>
                </a:ext>
              </a:extLst>
            </p:cNvPr>
            <p:cNvGrpSpPr/>
            <p:nvPr/>
          </p:nvGrpSpPr>
          <p:grpSpPr>
            <a:xfrm>
              <a:off x="8356593" y="4671336"/>
              <a:ext cx="2113183" cy="491445"/>
              <a:chOff x="5770524" y="317859"/>
              <a:chExt cx="3821133" cy="777140"/>
            </a:xfrm>
          </p:grpSpPr>
          <p:sp>
            <p:nvSpPr>
              <p:cNvPr id="1644" name="Rectangle 1643">
                <a:extLst>
                  <a:ext uri="{FF2B5EF4-FFF2-40B4-BE49-F238E27FC236}">
                    <a16:creationId xmlns:a16="http://schemas.microsoft.com/office/drawing/2014/main" id="{F2ED8A97-8346-66D9-C7A4-9F9A775262B6}"/>
                  </a:ext>
                </a:extLst>
              </p:cNvPr>
              <p:cNvSpPr/>
              <p:nvPr/>
            </p:nvSpPr>
            <p:spPr>
              <a:xfrm>
                <a:off x="5770524" y="317859"/>
                <a:ext cx="3756913" cy="697714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rgbClr val="E6A1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43" name="Rectangle 1642">
                <a:extLst>
                  <a:ext uri="{FF2B5EF4-FFF2-40B4-BE49-F238E27FC236}">
                    <a16:creationId xmlns:a16="http://schemas.microsoft.com/office/drawing/2014/main" id="{BA938A43-15BD-DB8D-8ABF-E8283F6497B2}"/>
                  </a:ext>
                </a:extLst>
              </p:cNvPr>
              <p:cNvSpPr/>
              <p:nvPr/>
            </p:nvSpPr>
            <p:spPr>
              <a:xfrm>
                <a:off x="5829921" y="376116"/>
                <a:ext cx="3756913" cy="697714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rgbClr val="F9F7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42" name="Rectangle 1641">
                <a:extLst>
                  <a:ext uri="{FF2B5EF4-FFF2-40B4-BE49-F238E27FC236}">
                    <a16:creationId xmlns:a16="http://schemas.microsoft.com/office/drawing/2014/main" id="{4C3FFFF3-8F07-8F71-BA2F-08934D6A35D6}"/>
                  </a:ext>
                </a:extLst>
              </p:cNvPr>
              <p:cNvSpPr/>
              <p:nvPr/>
            </p:nvSpPr>
            <p:spPr>
              <a:xfrm>
                <a:off x="5834744" y="397286"/>
                <a:ext cx="3756913" cy="697713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857A7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646" name="TextBox 1645">
              <a:extLst>
                <a:ext uri="{FF2B5EF4-FFF2-40B4-BE49-F238E27FC236}">
                  <a16:creationId xmlns:a16="http://schemas.microsoft.com/office/drawing/2014/main" id="{01D083D6-E93A-2CBA-11C7-F0CA37CF1F6D}"/>
                </a:ext>
              </a:extLst>
            </p:cNvPr>
            <p:cNvSpPr txBox="1"/>
            <p:nvPr/>
          </p:nvSpPr>
          <p:spPr>
            <a:xfrm>
              <a:off x="8490026" y="4765032"/>
              <a:ext cx="18764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MAML Initialisation</a:t>
              </a:r>
            </a:p>
          </p:txBody>
        </p:sp>
      </p:grpSp>
      <p:cxnSp>
        <p:nvCxnSpPr>
          <p:cNvPr id="1649" name="Straight Arrow Connector 1648">
            <a:extLst>
              <a:ext uri="{FF2B5EF4-FFF2-40B4-BE49-F238E27FC236}">
                <a16:creationId xmlns:a16="http://schemas.microsoft.com/office/drawing/2014/main" id="{50FA38A7-44A6-3156-DB41-043568D83C7D}"/>
              </a:ext>
            </a:extLst>
          </p:cNvPr>
          <p:cNvCxnSpPr>
            <a:cxnSpLocks/>
          </p:cNvCxnSpPr>
          <p:nvPr/>
        </p:nvCxnSpPr>
        <p:spPr>
          <a:xfrm flipV="1">
            <a:off x="7262523" y="4130808"/>
            <a:ext cx="0" cy="889292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4" name="Straight Connector 1653">
            <a:extLst>
              <a:ext uri="{FF2B5EF4-FFF2-40B4-BE49-F238E27FC236}">
                <a16:creationId xmlns:a16="http://schemas.microsoft.com/office/drawing/2014/main" id="{2CFAA12A-F7A0-FF28-C9B0-2BC9963AD612}"/>
              </a:ext>
            </a:extLst>
          </p:cNvPr>
          <p:cNvCxnSpPr>
            <a:cxnSpLocks/>
          </p:cNvCxnSpPr>
          <p:nvPr/>
        </p:nvCxnSpPr>
        <p:spPr>
          <a:xfrm>
            <a:off x="7308844" y="5009276"/>
            <a:ext cx="931780" cy="0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8" name="Straight Connector 1657">
            <a:extLst>
              <a:ext uri="{FF2B5EF4-FFF2-40B4-BE49-F238E27FC236}">
                <a16:creationId xmlns:a16="http://schemas.microsoft.com/office/drawing/2014/main" id="{D57A1196-B03B-1CCE-92C8-5E2BC014D902}"/>
              </a:ext>
            </a:extLst>
          </p:cNvPr>
          <p:cNvCxnSpPr>
            <a:cxnSpLocks/>
          </p:cNvCxnSpPr>
          <p:nvPr/>
        </p:nvCxnSpPr>
        <p:spPr>
          <a:xfrm>
            <a:off x="10500647" y="4995889"/>
            <a:ext cx="931780" cy="0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9" name="Straight Arrow Connector 1658">
            <a:extLst>
              <a:ext uri="{FF2B5EF4-FFF2-40B4-BE49-F238E27FC236}">
                <a16:creationId xmlns:a16="http://schemas.microsoft.com/office/drawing/2014/main" id="{4BB3D484-D657-CF6D-1075-3BD29449798C}"/>
              </a:ext>
            </a:extLst>
          </p:cNvPr>
          <p:cNvCxnSpPr>
            <a:cxnSpLocks/>
          </p:cNvCxnSpPr>
          <p:nvPr/>
        </p:nvCxnSpPr>
        <p:spPr>
          <a:xfrm flipV="1">
            <a:off x="11432427" y="4119984"/>
            <a:ext cx="0" cy="889292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BBF02CAB-C7C3-6ACE-C4F3-E4FF733C2C40}"/>
              </a:ext>
            </a:extLst>
          </p:cNvPr>
          <p:cNvGrpSpPr/>
          <p:nvPr/>
        </p:nvGrpSpPr>
        <p:grpSpPr>
          <a:xfrm>
            <a:off x="8322030" y="4738440"/>
            <a:ext cx="2113183" cy="491445"/>
            <a:chOff x="8356593" y="4671336"/>
            <a:chExt cx="2113183" cy="49144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4A80AE51-089F-E79E-8DC2-08EEF020B795}"/>
                </a:ext>
              </a:extLst>
            </p:cNvPr>
            <p:cNvGrpSpPr/>
            <p:nvPr/>
          </p:nvGrpSpPr>
          <p:grpSpPr>
            <a:xfrm>
              <a:off x="8356593" y="4671336"/>
              <a:ext cx="2113183" cy="491445"/>
              <a:chOff x="5770524" y="317859"/>
              <a:chExt cx="3821133" cy="77714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95D5C22-F5DD-9264-BB85-86DC632EA535}"/>
                  </a:ext>
                </a:extLst>
              </p:cNvPr>
              <p:cNvSpPr/>
              <p:nvPr/>
            </p:nvSpPr>
            <p:spPr>
              <a:xfrm>
                <a:off x="5770524" y="317859"/>
                <a:ext cx="3756913" cy="697714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rgbClr val="6A4BE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2EAC676-3516-957B-7C07-EE7018427096}"/>
                  </a:ext>
                </a:extLst>
              </p:cNvPr>
              <p:cNvSpPr/>
              <p:nvPr/>
            </p:nvSpPr>
            <p:spPr>
              <a:xfrm>
                <a:off x="5829921" y="376116"/>
                <a:ext cx="3756913" cy="697714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rgbClr val="00B0E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75166A65-F866-7A74-39A5-C2DED6E69042}"/>
                  </a:ext>
                </a:extLst>
              </p:cNvPr>
              <p:cNvSpPr/>
              <p:nvPr/>
            </p:nvSpPr>
            <p:spPr>
              <a:xfrm>
                <a:off x="5834744" y="397286"/>
                <a:ext cx="3756913" cy="697713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857A7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2B1AC0E-FCF0-FE22-3B0B-2DFFA28D3EDC}"/>
                </a:ext>
              </a:extLst>
            </p:cNvPr>
            <p:cNvSpPr txBox="1"/>
            <p:nvPr/>
          </p:nvSpPr>
          <p:spPr>
            <a:xfrm>
              <a:off x="8490026" y="4765032"/>
              <a:ext cx="18764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MAML Initialisation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07781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E22D2-A862-2507-BAFD-6ECED0F8C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0" name="Picture 4" descr="Agentic AI meets Reinforcement Learning ...">
            <a:hlinkClick r:id="rId3"/>
            <a:extLst>
              <a:ext uri="{FF2B5EF4-FFF2-40B4-BE49-F238E27FC236}">
                <a16:creationId xmlns:a16="http://schemas.microsoft.com/office/drawing/2014/main" id="{8B9A6D68-A1A7-5F72-9EAB-F3090E900A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340590" y="796315"/>
            <a:ext cx="3532462" cy="2100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2" name="Picture 6" descr="Learning By Doing: A Detailed Overview Of The Reinforcement Learning 🤖  Process | by Ryan Partridge | Medium">
            <a:hlinkClick r:id="rId5"/>
            <a:extLst>
              <a:ext uri="{FF2B5EF4-FFF2-40B4-BE49-F238E27FC236}">
                <a16:creationId xmlns:a16="http://schemas.microsoft.com/office/drawing/2014/main" id="{99225219-8ADE-B0F0-5AA3-E6420E08A4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283693" y="3503144"/>
            <a:ext cx="5127508" cy="3354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5" name="Picture 1234" descr="A diagram of a machine&#10;&#10;AI-generated content may be incorrect.">
            <a:extLst>
              <a:ext uri="{FF2B5EF4-FFF2-40B4-BE49-F238E27FC236}">
                <a16:creationId xmlns:a16="http://schemas.microsoft.com/office/drawing/2014/main" id="{0E662F23-BBF5-508F-56CB-FF6DF339E02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89431" t="9485" r="5759" b="81037"/>
          <a:stretch>
            <a:fillRect/>
          </a:stretch>
        </p:blipFill>
        <p:spPr>
          <a:xfrm>
            <a:off x="2833725" y="7690149"/>
            <a:ext cx="1054370" cy="839778"/>
          </a:xfrm>
          <a:prstGeom prst="rect">
            <a:avLst/>
          </a:prstGeom>
        </p:spPr>
      </p:pic>
      <p:sp>
        <p:nvSpPr>
          <p:cNvPr id="1301" name="Rectangle 1300">
            <a:extLst>
              <a:ext uri="{FF2B5EF4-FFF2-40B4-BE49-F238E27FC236}">
                <a16:creationId xmlns:a16="http://schemas.microsoft.com/office/drawing/2014/main" id="{EB3D977B-D5C8-1001-4929-9074F25DFB82}"/>
              </a:ext>
            </a:extLst>
          </p:cNvPr>
          <p:cNvSpPr/>
          <p:nvPr/>
        </p:nvSpPr>
        <p:spPr>
          <a:xfrm>
            <a:off x="10196742" y="0"/>
            <a:ext cx="10690167" cy="68579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effectLst/>
              <a:hlinkClick r:id="rId8"/>
            </a:endParaRPr>
          </a:p>
        </p:txBody>
      </p:sp>
      <p:sp>
        <p:nvSpPr>
          <p:cNvPr id="1365" name="TextBox 1364">
            <a:extLst>
              <a:ext uri="{FF2B5EF4-FFF2-40B4-BE49-F238E27FC236}">
                <a16:creationId xmlns:a16="http://schemas.microsoft.com/office/drawing/2014/main" id="{A95FCF1A-9E07-01A1-C65E-5A64AAE12EB2}"/>
              </a:ext>
            </a:extLst>
          </p:cNvPr>
          <p:cNvSpPr txBox="1"/>
          <p:nvPr/>
        </p:nvSpPr>
        <p:spPr>
          <a:xfrm>
            <a:off x="9673389" y="-44917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478" name="TextBox 1477">
            <a:extLst>
              <a:ext uri="{FF2B5EF4-FFF2-40B4-BE49-F238E27FC236}">
                <a16:creationId xmlns:a16="http://schemas.microsoft.com/office/drawing/2014/main" id="{522877AF-F769-4ED4-1830-98D5CE48F073}"/>
              </a:ext>
            </a:extLst>
          </p:cNvPr>
          <p:cNvSpPr txBox="1"/>
          <p:nvPr/>
        </p:nvSpPr>
        <p:spPr>
          <a:xfrm>
            <a:off x="2114374" y="1890149"/>
            <a:ext cx="21689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CIT Instance</a:t>
            </a:r>
          </a:p>
        </p:txBody>
      </p:sp>
      <p:sp>
        <p:nvSpPr>
          <p:cNvPr id="1485" name="TextBox 1484">
            <a:extLst>
              <a:ext uri="{FF2B5EF4-FFF2-40B4-BE49-F238E27FC236}">
                <a16:creationId xmlns:a16="http://schemas.microsoft.com/office/drawing/2014/main" id="{96D1B668-4238-C4DA-A404-760592035458}"/>
              </a:ext>
            </a:extLst>
          </p:cNvPr>
          <p:cNvSpPr txBox="1"/>
          <p:nvPr/>
        </p:nvSpPr>
        <p:spPr>
          <a:xfrm>
            <a:off x="1824915" y="3749500"/>
            <a:ext cx="21689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CNF Representation</a:t>
            </a:r>
          </a:p>
        </p:txBody>
      </p:sp>
      <p:grpSp>
        <p:nvGrpSpPr>
          <p:cNvPr id="1512" name="Group 1511">
            <a:extLst>
              <a:ext uri="{FF2B5EF4-FFF2-40B4-BE49-F238E27FC236}">
                <a16:creationId xmlns:a16="http://schemas.microsoft.com/office/drawing/2014/main" id="{7C8CB790-45E8-7741-0270-262D3FB33319}"/>
              </a:ext>
            </a:extLst>
          </p:cNvPr>
          <p:cNvGrpSpPr/>
          <p:nvPr/>
        </p:nvGrpSpPr>
        <p:grpSpPr>
          <a:xfrm>
            <a:off x="2216476" y="2590138"/>
            <a:ext cx="849105" cy="983398"/>
            <a:chOff x="2216476" y="2725294"/>
            <a:chExt cx="849105" cy="983398"/>
          </a:xfrm>
        </p:grpSpPr>
        <p:sp>
          <p:nvSpPr>
            <p:cNvPr id="1482" name="Rectangle 1481">
              <a:extLst>
                <a:ext uri="{FF2B5EF4-FFF2-40B4-BE49-F238E27FC236}">
                  <a16:creationId xmlns:a16="http://schemas.microsoft.com/office/drawing/2014/main" id="{F40A0C28-75C3-A9D9-E245-3FD69BBB5CA6}"/>
                </a:ext>
              </a:extLst>
            </p:cNvPr>
            <p:cNvSpPr/>
            <p:nvPr/>
          </p:nvSpPr>
          <p:spPr>
            <a:xfrm>
              <a:off x="2216476" y="2725294"/>
              <a:ext cx="696705" cy="83099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500" name="Group 1499">
              <a:extLst>
                <a:ext uri="{FF2B5EF4-FFF2-40B4-BE49-F238E27FC236}">
                  <a16:creationId xmlns:a16="http://schemas.microsoft.com/office/drawing/2014/main" id="{EDF701D5-C40A-F995-F900-EF62C26BB968}"/>
                </a:ext>
              </a:extLst>
            </p:cNvPr>
            <p:cNvGrpSpPr/>
            <p:nvPr/>
          </p:nvGrpSpPr>
          <p:grpSpPr>
            <a:xfrm>
              <a:off x="2275538" y="2877694"/>
              <a:ext cx="563503" cy="610357"/>
              <a:chOff x="2451160" y="3038043"/>
              <a:chExt cx="563503" cy="610357"/>
            </a:xfrm>
          </p:grpSpPr>
          <p:cxnSp>
            <p:nvCxnSpPr>
              <p:cNvPr id="1501" name="Straight Connector 1500">
                <a:extLst>
                  <a:ext uri="{FF2B5EF4-FFF2-40B4-BE49-F238E27FC236}">
                    <a16:creationId xmlns:a16="http://schemas.microsoft.com/office/drawing/2014/main" id="{BAB3093F-FBD9-2A91-7237-599C40E4E1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10731" y="3038043"/>
                <a:ext cx="503932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2" name="Straight Connector 1501">
                <a:extLst>
                  <a:ext uri="{FF2B5EF4-FFF2-40B4-BE49-F238E27FC236}">
                    <a16:creationId xmlns:a16="http://schemas.microsoft.com/office/drawing/2014/main" id="{45BAAA07-C66B-7D75-06D3-F02FC0BCA6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51160" y="3144079"/>
                <a:ext cx="563503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3" name="Straight Connector 1502">
                <a:extLst>
                  <a:ext uri="{FF2B5EF4-FFF2-40B4-BE49-F238E27FC236}">
                    <a16:creationId xmlns:a16="http://schemas.microsoft.com/office/drawing/2014/main" id="{D00CDAAB-0BB7-508E-A800-486279A800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51160" y="3238425"/>
                <a:ext cx="563503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4" name="Straight Connector 1503">
                <a:extLst>
                  <a:ext uri="{FF2B5EF4-FFF2-40B4-BE49-F238E27FC236}">
                    <a16:creationId xmlns:a16="http://schemas.microsoft.com/office/drawing/2014/main" id="{3F7C4A15-0035-8767-1C95-DA039F900E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51160" y="3331554"/>
                <a:ext cx="563503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5" name="Straight Connector 1504">
                <a:extLst>
                  <a:ext uri="{FF2B5EF4-FFF2-40B4-BE49-F238E27FC236}">
                    <a16:creationId xmlns:a16="http://schemas.microsoft.com/office/drawing/2014/main" id="{79F7428B-F468-8D31-9504-EB4B5F1066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51160" y="3429000"/>
                <a:ext cx="563503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6" name="Straight Connector 1505">
                <a:extLst>
                  <a:ext uri="{FF2B5EF4-FFF2-40B4-BE49-F238E27FC236}">
                    <a16:creationId xmlns:a16="http://schemas.microsoft.com/office/drawing/2014/main" id="{F6847501-14DB-C30A-1C3D-CED762078C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51160" y="3542004"/>
                <a:ext cx="563503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7" name="Straight Connector 1506">
                <a:extLst>
                  <a:ext uri="{FF2B5EF4-FFF2-40B4-BE49-F238E27FC236}">
                    <a16:creationId xmlns:a16="http://schemas.microsoft.com/office/drawing/2014/main" id="{5AEEA6A0-0AF5-9FE7-4531-9951892D13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51160" y="3648400"/>
                <a:ext cx="563503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11" name="Group 1510">
              <a:extLst>
                <a:ext uri="{FF2B5EF4-FFF2-40B4-BE49-F238E27FC236}">
                  <a16:creationId xmlns:a16="http://schemas.microsoft.com/office/drawing/2014/main" id="{D63B7D94-B7E4-8FB7-4CFE-CA90528DCCE4}"/>
                </a:ext>
              </a:extLst>
            </p:cNvPr>
            <p:cNvGrpSpPr/>
            <p:nvPr/>
          </p:nvGrpSpPr>
          <p:grpSpPr>
            <a:xfrm>
              <a:off x="2368876" y="2877694"/>
              <a:ext cx="696705" cy="830998"/>
              <a:chOff x="2368876" y="2877694"/>
              <a:chExt cx="696705" cy="830998"/>
            </a:xfrm>
          </p:grpSpPr>
          <p:sp>
            <p:nvSpPr>
              <p:cNvPr id="1483" name="Rectangle 1482">
                <a:extLst>
                  <a:ext uri="{FF2B5EF4-FFF2-40B4-BE49-F238E27FC236}">
                    <a16:creationId xmlns:a16="http://schemas.microsoft.com/office/drawing/2014/main" id="{68EA2A87-0851-1607-3603-C65E287F3394}"/>
                  </a:ext>
                </a:extLst>
              </p:cNvPr>
              <p:cNvSpPr/>
              <p:nvPr/>
            </p:nvSpPr>
            <p:spPr>
              <a:xfrm>
                <a:off x="2368876" y="2877694"/>
                <a:ext cx="696705" cy="83099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499" name="Group 1498">
                <a:extLst>
                  <a:ext uri="{FF2B5EF4-FFF2-40B4-BE49-F238E27FC236}">
                    <a16:creationId xmlns:a16="http://schemas.microsoft.com/office/drawing/2014/main" id="{F37163B7-D359-C04A-F481-E56B9F426BEC}"/>
                  </a:ext>
                </a:extLst>
              </p:cNvPr>
              <p:cNvGrpSpPr/>
              <p:nvPr/>
            </p:nvGrpSpPr>
            <p:grpSpPr>
              <a:xfrm>
                <a:off x="2451160" y="3009467"/>
                <a:ext cx="563503" cy="610357"/>
                <a:chOff x="2451160" y="3038043"/>
                <a:chExt cx="563503" cy="610357"/>
              </a:xfrm>
            </p:grpSpPr>
            <p:cxnSp>
              <p:nvCxnSpPr>
                <p:cNvPr id="1488" name="Straight Connector 1487">
                  <a:extLst>
                    <a:ext uri="{FF2B5EF4-FFF2-40B4-BE49-F238E27FC236}">
                      <a16:creationId xmlns:a16="http://schemas.microsoft.com/office/drawing/2014/main" id="{9D898C9E-B3A8-2E4D-706A-63F36AFDE64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510731" y="3038043"/>
                  <a:ext cx="503932" cy="0"/>
                </a:xfrm>
                <a:prstGeom prst="line">
                  <a:avLst/>
                </a:prstGeom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0" name="Straight Connector 1489">
                  <a:extLst>
                    <a:ext uri="{FF2B5EF4-FFF2-40B4-BE49-F238E27FC236}">
                      <a16:creationId xmlns:a16="http://schemas.microsoft.com/office/drawing/2014/main" id="{218B9C4F-B239-5541-139F-256F14EB95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51160" y="3144079"/>
                  <a:ext cx="563503" cy="0"/>
                </a:xfrm>
                <a:prstGeom prst="line">
                  <a:avLst/>
                </a:prstGeom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2" name="Straight Connector 1491">
                  <a:extLst>
                    <a:ext uri="{FF2B5EF4-FFF2-40B4-BE49-F238E27FC236}">
                      <a16:creationId xmlns:a16="http://schemas.microsoft.com/office/drawing/2014/main" id="{0ACFF706-08A3-FAEC-9853-BAB68A8B43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51160" y="3238425"/>
                  <a:ext cx="563503" cy="0"/>
                </a:xfrm>
                <a:prstGeom prst="line">
                  <a:avLst/>
                </a:prstGeom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3" name="Straight Connector 1492">
                  <a:extLst>
                    <a:ext uri="{FF2B5EF4-FFF2-40B4-BE49-F238E27FC236}">
                      <a16:creationId xmlns:a16="http://schemas.microsoft.com/office/drawing/2014/main" id="{1C0EA254-BEB4-91DE-3B76-5A7B7EB135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51160" y="3331554"/>
                  <a:ext cx="563503" cy="0"/>
                </a:xfrm>
                <a:prstGeom prst="line">
                  <a:avLst/>
                </a:prstGeom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4" name="Straight Connector 1493">
                  <a:extLst>
                    <a:ext uri="{FF2B5EF4-FFF2-40B4-BE49-F238E27FC236}">
                      <a16:creationId xmlns:a16="http://schemas.microsoft.com/office/drawing/2014/main" id="{C0DDCE5B-55F2-8898-F7F8-F0A305BDE3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51160" y="3429000"/>
                  <a:ext cx="563503" cy="0"/>
                </a:xfrm>
                <a:prstGeom prst="line">
                  <a:avLst/>
                </a:prstGeom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5" name="Straight Connector 1494">
                  <a:extLst>
                    <a:ext uri="{FF2B5EF4-FFF2-40B4-BE49-F238E27FC236}">
                      <a16:creationId xmlns:a16="http://schemas.microsoft.com/office/drawing/2014/main" id="{2E770A4A-810F-188E-D2E4-8EC434EB77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51160" y="3542004"/>
                  <a:ext cx="563503" cy="0"/>
                </a:xfrm>
                <a:prstGeom prst="line">
                  <a:avLst/>
                </a:prstGeom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6" name="Straight Connector 1495">
                  <a:extLst>
                    <a:ext uri="{FF2B5EF4-FFF2-40B4-BE49-F238E27FC236}">
                      <a16:creationId xmlns:a16="http://schemas.microsoft.com/office/drawing/2014/main" id="{B3419D0A-9E0D-D4E6-BEFC-E381E2A1F0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51160" y="3648400"/>
                  <a:ext cx="563503" cy="0"/>
                </a:xfrm>
                <a:prstGeom prst="line">
                  <a:avLst/>
                </a:prstGeom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cxnSp>
        <p:nvCxnSpPr>
          <p:cNvPr id="1513" name="Straight Arrow Connector 1512">
            <a:extLst>
              <a:ext uri="{FF2B5EF4-FFF2-40B4-BE49-F238E27FC236}">
                <a16:creationId xmlns:a16="http://schemas.microsoft.com/office/drawing/2014/main" id="{6D4FB1D4-70D5-8E93-28DA-7C9A0D83C108}"/>
              </a:ext>
            </a:extLst>
          </p:cNvPr>
          <p:cNvCxnSpPr>
            <a:cxnSpLocks/>
          </p:cNvCxnSpPr>
          <p:nvPr/>
        </p:nvCxnSpPr>
        <p:spPr>
          <a:xfrm>
            <a:off x="2598579" y="2251344"/>
            <a:ext cx="0" cy="29351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5" name="Straight Arrow Connector 1514">
            <a:extLst>
              <a:ext uri="{FF2B5EF4-FFF2-40B4-BE49-F238E27FC236}">
                <a16:creationId xmlns:a16="http://schemas.microsoft.com/office/drawing/2014/main" id="{5DBA2EDB-0BBC-623E-CD3C-6A6A7181AD8E}"/>
              </a:ext>
            </a:extLst>
          </p:cNvPr>
          <p:cNvCxnSpPr>
            <a:cxnSpLocks/>
          </p:cNvCxnSpPr>
          <p:nvPr/>
        </p:nvCxnSpPr>
        <p:spPr>
          <a:xfrm>
            <a:off x="3198841" y="2777573"/>
            <a:ext cx="70630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35" name="Group 1634">
            <a:extLst>
              <a:ext uri="{FF2B5EF4-FFF2-40B4-BE49-F238E27FC236}">
                <a16:creationId xmlns:a16="http://schemas.microsoft.com/office/drawing/2014/main" id="{5CB9A261-90C4-D74E-DB21-4AB56639E04A}"/>
              </a:ext>
            </a:extLst>
          </p:cNvPr>
          <p:cNvGrpSpPr/>
          <p:nvPr/>
        </p:nvGrpSpPr>
        <p:grpSpPr>
          <a:xfrm>
            <a:off x="10935072" y="1843285"/>
            <a:ext cx="1820937" cy="1757951"/>
            <a:chOff x="8068648" y="4856162"/>
            <a:chExt cx="1820937" cy="1757951"/>
          </a:xfrm>
        </p:grpSpPr>
        <p:sp>
          <p:nvSpPr>
            <p:cNvPr id="1633" name="Rectangle 1632">
              <a:extLst>
                <a:ext uri="{FF2B5EF4-FFF2-40B4-BE49-F238E27FC236}">
                  <a16:creationId xmlns:a16="http://schemas.microsoft.com/office/drawing/2014/main" id="{17717D27-8CFF-B66F-CC1A-13D442F88A7F}"/>
                </a:ext>
              </a:extLst>
            </p:cNvPr>
            <p:cNvSpPr/>
            <p:nvPr/>
          </p:nvSpPr>
          <p:spPr>
            <a:xfrm>
              <a:off x="8068648" y="4856162"/>
              <a:ext cx="1789472" cy="1721475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6A4BE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24" name="Rectangle 1623">
              <a:extLst>
                <a:ext uri="{FF2B5EF4-FFF2-40B4-BE49-F238E27FC236}">
                  <a16:creationId xmlns:a16="http://schemas.microsoft.com/office/drawing/2014/main" id="{95D7C81D-26FD-C7D6-B7F0-0124B5D9F35B}"/>
                </a:ext>
              </a:extLst>
            </p:cNvPr>
            <p:cNvSpPr/>
            <p:nvPr/>
          </p:nvSpPr>
          <p:spPr>
            <a:xfrm>
              <a:off x="8100113" y="4892638"/>
              <a:ext cx="1789472" cy="1721475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00B0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531" name="Group 1530">
            <a:extLst>
              <a:ext uri="{FF2B5EF4-FFF2-40B4-BE49-F238E27FC236}">
                <a16:creationId xmlns:a16="http://schemas.microsoft.com/office/drawing/2014/main" id="{CA800E36-43D4-9A3B-A049-DEF3D94DC2B5}"/>
              </a:ext>
            </a:extLst>
          </p:cNvPr>
          <p:cNvGrpSpPr/>
          <p:nvPr/>
        </p:nvGrpSpPr>
        <p:grpSpPr>
          <a:xfrm>
            <a:off x="3888095" y="1256988"/>
            <a:ext cx="14892795" cy="4492311"/>
            <a:chOff x="3888095" y="1256988"/>
            <a:chExt cx="14892795" cy="4492311"/>
          </a:xfrm>
        </p:grpSpPr>
        <p:grpSp>
          <p:nvGrpSpPr>
            <p:cNvPr id="1524" name="Group 1523">
              <a:extLst>
                <a:ext uri="{FF2B5EF4-FFF2-40B4-BE49-F238E27FC236}">
                  <a16:creationId xmlns:a16="http://schemas.microsoft.com/office/drawing/2014/main" id="{7B1109DD-444A-606C-5162-BE9FA2E7A7E4}"/>
                </a:ext>
              </a:extLst>
            </p:cNvPr>
            <p:cNvGrpSpPr/>
            <p:nvPr/>
          </p:nvGrpSpPr>
          <p:grpSpPr>
            <a:xfrm>
              <a:off x="6109813" y="2001922"/>
              <a:ext cx="2071516" cy="1336027"/>
              <a:chOff x="5241723" y="4735674"/>
              <a:chExt cx="2071516" cy="1336027"/>
            </a:xfrm>
          </p:grpSpPr>
          <p:sp>
            <p:nvSpPr>
              <p:cNvPr id="1518" name="Parallelogram 1517">
                <a:extLst>
                  <a:ext uri="{FF2B5EF4-FFF2-40B4-BE49-F238E27FC236}">
                    <a16:creationId xmlns:a16="http://schemas.microsoft.com/office/drawing/2014/main" id="{3F6F0057-BE58-4EEF-0769-82871F91C28F}"/>
                  </a:ext>
                </a:extLst>
              </p:cNvPr>
              <p:cNvSpPr/>
              <p:nvPr/>
            </p:nvSpPr>
            <p:spPr>
              <a:xfrm rot="19655225">
                <a:off x="5241723" y="4735674"/>
                <a:ext cx="1447976" cy="642093"/>
              </a:xfrm>
              <a:prstGeom prst="parallelogram">
                <a:avLst>
                  <a:gd name="adj" fmla="val 55125"/>
                </a:avLst>
              </a:prstGeom>
              <a:solidFill>
                <a:schemeClr val="bg1"/>
              </a:solidFill>
              <a:ln w="57150">
                <a:solidFill>
                  <a:srgbClr val="6A4BE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19" name="Parallelogram 1518">
                <a:extLst>
                  <a:ext uri="{FF2B5EF4-FFF2-40B4-BE49-F238E27FC236}">
                    <a16:creationId xmlns:a16="http://schemas.microsoft.com/office/drawing/2014/main" id="{CEBFE649-C375-07FA-1E1F-9C89526267EC}"/>
                  </a:ext>
                </a:extLst>
              </p:cNvPr>
              <p:cNvSpPr/>
              <p:nvPr/>
            </p:nvSpPr>
            <p:spPr>
              <a:xfrm rot="19655225">
                <a:off x="5383162" y="4883666"/>
                <a:ext cx="1447976" cy="642093"/>
              </a:xfrm>
              <a:prstGeom prst="parallelogram">
                <a:avLst>
                  <a:gd name="adj" fmla="val 55125"/>
                </a:avLst>
              </a:prstGeom>
              <a:solidFill>
                <a:schemeClr val="bg1"/>
              </a:solidFill>
              <a:ln w="57150">
                <a:solidFill>
                  <a:srgbClr val="6A4BE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20" name="Parallelogram 1519">
                <a:extLst>
                  <a:ext uri="{FF2B5EF4-FFF2-40B4-BE49-F238E27FC236}">
                    <a16:creationId xmlns:a16="http://schemas.microsoft.com/office/drawing/2014/main" id="{968C3BA7-E69A-33AB-5084-3C73AE0DF959}"/>
                  </a:ext>
                </a:extLst>
              </p:cNvPr>
              <p:cNvSpPr/>
              <p:nvPr/>
            </p:nvSpPr>
            <p:spPr>
              <a:xfrm rot="19655225">
                <a:off x="5519697" y="5059133"/>
                <a:ext cx="1447976" cy="642093"/>
              </a:xfrm>
              <a:prstGeom prst="parallelogram">
                <a:avLst>
                  <a:gd name="adj" fmla="val 55125"/>
                </a:avLst>
              </a:prstGeom>
              <a:solidFill>
                <a:schemeClr val="bg1"/>
              </a:solidFill>
              <a:ln w="57150">
                <a:solidFill>
                  <a:srgbClr val="6A4BE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21" name="Parallelogram 1520">
                <a:extLst>
                  <a:ext uri="{FF2B5EF4-FFF2-40B4-BE49-F238E27FC236}">
                    <a16:creationId xmlns:a16="http://schemas.microsoft.com/office/drawing/2014/main" id="{8C51F7B2-BAFA-1107-03FF-0BA304CDB543}"/>
                  </a:ext>
                </a:extLst>
              </p:cNvPr>
              <p:cNvSpPr/>
              <p:nvPr/>
            </p:nvSpPr>
            <p:spPr>
              <a:xfrm rot="19655225">
                <a:off x="5670445" y="5225383"/>
                <a:ext cx="1447976" cy="642093"/>
              </a:xfrm>
              <a:prstGeom prst="parallelogram">
                <a:avLst>
                  <a:gd name="adj" fmla="val 55125"/>
                </a:avLst>
              </a:prstGeom>
              <a:solidFill>
                <a:schemeClr val="bg1"/>
              </a:solidFill>
              <a:ln w="57150">
                <a:solidFill>
                  <a:srgbClr val="6A4BE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22" name="Parallelogram 1521">
                <a:extLst>
                  <a:ext uri="{FF2B5EF4-FFF2-40B4-BE49-F238E27FC236}">
                    <a16:creationId xmlns:a16="http://schemas.microsoft.com/office/drawing/2014/main" id="{F9884468-CDFA-C398-0C24-D7C3D69050B3}"/>
                  </a:ext>
                </a:extLst>
              </p:cNvPr>
              <p:cNvSpPr/>
              <p:nvPr/>
            </p:nvSpPr>
            <p:spPr>
              <a:xfrm rot="19655225">
                <a:off x="5865263" y="5429608"/>
                <a:ext cx="1447976" cy="642093"/>
              </a:xfrm>
              <a:prstGeom prst="parallelogram">
                <a:avLst>
                  <a:gd name="adj" fmla="val 55125"/>
                </a:avLst>
              </a:prstGeom>
              <a:solidFill>
                <a:schemeClr val="bg1"/>
              </a:solidFill>
              <a:ln w="57150">
                <a:solidFill>
                  <a:srgbClr val="6A4BE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25" name="Group 1524">
              <a:extLst>
                <a:ext uri="{FF2B5EF4-FFF2-40B4-BE49-F238E27FC236}">
                  <a16:creationId xmlns:a16="http://schemas.microsoft.com/office/drawing/2014/main" id="{C5923E1A-20C7-18CA-CFC3-DFBA1646CF73}"/>
                </a:ext>
              </a:extLst>
            </p:cNvPr>
            <p:cNvGrpSpPr/>
            <p:nvPr/>
          </p:nvGrpSpPr>
          <p:grpSpPr>
            <a:xfrm>
              <a:off x="6141710" y="2033347"/>
              <a:ext cx="2071516" cy="1336027"/>
              <a:chOff x="5241723" y="4735674"/>
              <a:chExt cx="2071516" cy="1336027"/>
            </a:xfrm>
          </p:grpSpPr>
          <p:sp>
            <p:nvSpPr>
              <p:cNvPr id="1526" name="Parallelogram 1525">
                <a:extLst>
                  <a:ext uri="{FF2B5EF4-FFF2-40B4-BE49-F238E27FC236}">
                    <a16:creationId xmlns:a16="http://schemas.microsoft.com/office/drawing/2014/main" id="{727EF31C-8292-F2D0-39F5-3CDBC578E37E}"/>
                  </a:ext>
                </a:extLst>
              </p:cNvPr>
              <p:cNvSpPr/>
              <p:nvPr/>
            </p:nvSpPr>
            <p:spPr>
              <a:xfrm rot="19655225">
                <a:off x="5241723" y="4735674"/>
                <a:ext cx="1447976" cy="642093"/>
              </a:xfrm>
              <a:prstGeom prst="parallelogram">
                <a:avLst>
                  <a:gd name="adj" fmla="val 55125"/>
                </a:avLst>
              </a:prstGeom>
              <a:solidFill>
                <a:schemeClr val="bg1"/>
              </a:solidFill>
              <a:ln w="57150">
                <a:solidFill>
                  <a:srgbClr val="00B0E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27" name="Parallelogram 1526">
                <a:extLst>
                  <a:ext uri="{FF2B5EF4-FFF2-40B4-BE49-F238E27FC236}">
                    <a16:creationId xmlns:a16="http://schemas.microsoft.com/office/drawing/2014/main" id="{B7D02BCC-16C0-A8FD-B6D8-441BFBE60D87}"/>
                  </a:ext>
                </a:extLst>
              </p:cNvPr>
              <p:cNvSpPr/>
              <p:nvPr/>
            </p:nvSpPr>
            <p:spPr>
              <a:xfrm rot="19655225">
                <a:off x="5383162" y="4883666"/>
                <a:ext cx="1447976" cy="642093"/>
              </a:xfrm>
              <a:prstGeom prst="parallelogram">
                <a:avLst>
                  <a:gd name="adj" fmla="val 55125"/>
                </a:avLst>
              </a:prstGeom>
              <a:solidFill>
                <a:schemeClr val="bg1"/>
              </a:solidFill>
              <a:ln w="57150">
                <a:solidFill>
                  <a:srgbClr val="00B0E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28" name="Parallelogram 1527">
                <a:extLst>
                  <a:ext uri="{FF2B5EF4-FFF2-40B4-BE49-F238E27FC236}">
                    <a16:creationId xmlns:a16="http://schemas.microsoft.com/office/drawing/2014/main" id="{227B3B3E-A598-C8DB-1F00-700EB24F461A}"/>
                  </a:ext>
                </a:extLst>
              </p:cNvPr>
              <p:cNvSpPr/>
              <p:nvPr/>
            </p:nvSpPr>
            <p:spPr>
              <a:xfrm rot="19655225">
                <a:off x="5519697" y="5059133"/>
                <a:ext cx="1447976" cy="642093"/>
              </a:xfrm>
              <a:prstGeom prst="parallelogram">
                <a:avLst>
                  <a:gd name="adj" fmla="val 55125"/>
                </a:avLst>
              </a:prstGeom>
              <a:solidFill>
                <a:schemeClr val="bg1"/>
              </a:solidFill>
              <a:ln w="57150">
                <a:solidFill>
                  <a:srgbClr val="00B0E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29" name="Parallelogram 1528">
                <a:extLst>
                  <a:ext uri="{FF2B5EF4-FFF2-40B4-BE49-F238E27FC236}">
                    <a16:creationId xmlns:a16="http://schemas.microsoft.com/office/drawing/2014/main" id="{E00A16B3-952F-65C4-D33E-AFAEC706D8E2}"/>
                  </a:ext>
                </a:extLst>
              </p:cNvPr>
              <p:cNvSpPr/>
              <p:nvPr/>
            </p:nvSpPr>
            <p:spPr>
              <a:xfrm rot="19655225">
                <a:off x="5670445" y="5225383"/>
                <a:ext cx="1447976" cy="642093"/>
              </a:xfrm>
              <a:prstGeom prst="parallelogram">
                <a:avLst>
                  <a:gd name="adj" fmla="val 55125"/>
                </a:avLst>
              </a:prstGeom>
              <a:solidFill>
                <a:schemeClr val="bg1"/>
              </a:solidFill>
              <a:ln w="57150">
                <a:solidFill>
                  <a:srgbClr val="00B0E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30" name="Parallelogram 1529">
                <a:extLst>
                  <a:ext uri="{FF2B5EF4-FFF2-40B4-BE49-F238E27FC236}">
                    <a16:creationId xmlns:a16="http://schemas.microsoft.com/office/drawing/2014/main" id="{34F5DEEC-822A-A4FC-CD63-C2D117184BC2}"/>
                  </a:ext>
                </a:extLst>
              </p:cNvPr>
              <p:cNvSpPr/>
              <p:nvPr/>
            </p:nvSpPr>
            <p:spPr>
              <a:xfrm rot="19655225">
                <a:off x="5865263" y="5429608"/>
                <a:ext cx="1447976" cy="642093"/>
              </a:xfrm>
              <a:prstGeom prst="parallelogram">
                <a:avLst>
                  <a:gd name="adj" fmla="val 55125"/>
                </a:avLst>
              </a:prstGeom>
              <a:solidFill>
                <a:schemeClr val="bg1"/>
              </a:solidFill>
              <a:ln w="57150">
                <a:solidFill>
                  <a:srgbClr val="00B0E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475" name="Group 1474">
              <a:extLst>
                <a:ext uri="{FF2B5EF4-FFF2-40B4-BE49-F238E27FC236}">
                  <a16:creationId xmlns:a16="http://schemas.microsoft.com/office/drawing/2014/main" id="{352B97EF-7294-FAD5-0AF7-C924E8B37887}"/>
                </a:ext>
              </a:extLst>
            </p:cNvPr>
            <p:cNvGrpSpPr/>
            <p:nvPr/>
          </p:nvGrpSpPr>
          <p:grpSpPr>
            <a:xfrm>
              <a:off x="3888095" y="1256988"/>
              <a:ext cx="14892795" cy="4492311"/>
              <a:chOff x="795647" y="522296"/>
              <a:chExt cx="14892795" cy="4492311"/>
            </a:xfrm>
          </p:grpSpPr>
          <p:grpSp>
            <p:nvGrpSpPr>
              <p:cNvPr id="1474" name="Group 1473">
                <a:extLst>
                  <a:ext uri="{FF2B5EF4-FFF2-40B4-BE49-F238E27FC236}">
                    <a16:creationId xmlns:a16="http://schemas.microsoft.com/office/drawing/2014/main" id="{0A43546D-E452-0435-B47F-9DE014F84986}"/>
                  </a:ext>
                </a:extLst>
              </p:cNvPr>
              <p:cNvGrpSpPr/>
              <p:nvPr/>
            </p:nvGrpSpPr>
            <p:grpSpPr>
              <a:xfrm>
                <a:off x="795647" y="522296"/>
                <a:ext cx="14892795" cy="4492311"/>
                <a:chOff x="836702" y="521249"/>
                <a:chExt cx="14892795" cy="4492311"/>
              </a:xfrm>
            </p:grpSpPr>
            <p:cxnSp>
              <p:nvCxnSpPr>
                <p:cNvPr id="1038" name="Straight Arrow Connector 1037">
                  <a:extLst>
                    <a:ext uri="{FF2B5EF4-FFF2-40B4-BE49-F238E27FC236}">
                      <a16:creationId xmlns:a16="http://schemas.microsoft.com/office/drawing/2014/main" id="{185E3773-45DF-EA3F-993E-D5125D89C3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56484" y="2087046"/>
                  <a:ext cx="369604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473" name="Group 1472">
                  <a:extLst>
                    <a:ext uri="{FF2B5EF4-FFF2-40B4-BE49-F238E27FC236}">
                      <a16:creationId xmlns:a16="http://schemas.microsoft.com/office/drawing/2014/main" id="{BBEF3A3F-2D52-E62A-49DF-C031AD1A02AC}"/>
                    </a:ext>
                  </a:extLst>
                </p:cNvPr>
                <p:cNvGrpSpPr/>
                <p:nvPr/>
              </p:nvGrpSpPr>
              <p:grpSpPr>
                <a:xfrm>
                  <a:off x="836702" y="1149542"/>
                  <a:ext cx="2168934" cy="2211004"/>
                  <a:chOff x="836702" y="1149542"/>
                  <a:chExt cx="2168934" cy="2211004"/>
                </a:xfrm>
              </p:grpSpPr>
              <p:grpSp>
                <p:nvGrpSpPr>
                  <p:cNvPr id="1472" name="Group 1471">
                    <a:extLst>
                      <a:ext uri="{FF2B5EF4-FFF2-40B4-BE49-F238E27FC236}">
                        <a16:creationId xmlns:a16="http://schemas.microsoft.com/office/drawing/2014/main" id="{1D5B7C5A-E0C6-1523-2E82-A8C24DCD8E99}"/>
                      </a:ext>
                    </a:extLst>
                  </p:cNvPr>
                  <p:cNvGrpSpPr/>
                  <p:nvPr/>
                </p:nvGrpSpPr>
                <p:grpSpPr>
                  <a:xfrm>
                    <a:off x="963561" y="1149542"/>
                    <a:ext cx="1789472" cy="1721475"/>
                    <a:chOff x="963561" y="1149542"/>
                    <a:chExt cx="1789472" cy="1721475"/>
                  </a:xfrm>
                </p:grpSpPr>
                <p:sp>
                  <p:nvSpPr>
                    <p:cNvPr id="1050" name="Rectangle 1049">
                      <a:extLst>
                        <a:ext uri="{FF2B5EF4-FFF2-40B4-BE49-F238E27FC236}">
                          <a16:creationId xmlns:a16="http://schemas.microsoft.com/office/drawing/2014/main" id="{2D170D46-4311-26D3-6F34-B65E8E3969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3561" y="1149542"/>
                      <a:ext cx="1789472" cy="1721475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rgbClr val="F0F0F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grpSp>
                  <p:nvGrpSpPr>
                    <p:cNvPr id="1034" name="Group 1033">
                      <a:extLst>
                        <a:ext uri="{FF2B5EF4-FFF2-40B4-BE49-F238E27FC236}">
                          <a16:creationId xmlns:a16="http://schemas.microsoft.com/office/drawing/2014/main" id="{65A654D6-5BD7-4144-D4B0-1CD40E4C6EE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298307" y="1323503"/>
                      <a:ext cx="1193658" cy="1354719"/>
                      <a:chOff x="1256701" y="1662825"/>
                      <a:chExt cx="1193658" cy="1354719"/>
                    </a:xfrm>
                  </p:grpSpPr>
                  <p:cxnSp>
                    <p:nvCxnSpPr>
                      <p:cNvPr id="33" name="Straight Connector 32">
                        <a:extLst>
                          <a:ext uri="{FF2B5EF4-FFF2-40B4-BE49-F238E27FC236}">
                            <a16:creationId xmlns:a16="http://schemas.microsoft.com/office/drawing/2014/main" id="{B345E642-376C-BDFE-9C0C-EA808B0BCDB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1472699" y="1683351"/>
                        <a:ext cx="650526" cy="445913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5" name="Straight Connector 34">
                        <a:extLst>
                          <a:ext uri="{FF2B5EF4-FFF2-40B4-BE49-F238E27FC236}">
                            <a16:creationId xmlns:a16="http://schemas.microsoft.com/office/drawing/2014/main" id="{F26DB06E-D041-FA2D-8ED4-0C3A778E9AF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524066" y="2140369"/>
                        <a:ext cx="592683" cy="330529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7" name="Straight Connector 36">
                        <a:extLst>
                          <a:ext uri="{FF2B5EF4-FFF2-40B4-BE49-F238E27FC236}">
                            <a16:creationId xmlns:a16="http://schemas.microsoft.com/office/drawing/2014/main" id="{EF90FC13-57C3-1223-157B-F2C52122F6D9}"/>
                          </a:ext>
                        </a:extLst>
                      </p:cNvPr>
                      <p:cNvCxnSpPr>
                        <a:cxnSpLocks/>
                        <a:endCxn id="27" idx="1"/>
                      </p:cNvCxnSpPr>
                      <p:nvPr/>
                    </p:nvCxnSpPr>
                    <p:spPr>
                      <a:xfrm>
                        <a:off x="1503525" y="2234187"/>
                        <a:ext cx="553998" cy="444605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9" name="Straight Connector 38">
                        <a:extLst>
                          <a:ext uri="{FF2B5EF4-FFF2-40B4-BE49-F238E27FC236}">
                            <a16:creationId xmlns:a16="http://schemas.microsoft.com/office/drawing/2014/main" id="{F95AB055-2B86-B572-37F1-5BEC3524304F}"/>
                          </a:ext>
                        </a:extLst>
                      </p:cNvPr>
                      <p:cNvCxnSpPr>
                        <a:cxnSpLocks/>
                        <a:endCxn id="14" idx="1"/>
                      </p:cNvCxnSpPr>
                      <p:nvPr/>
                    </p:nvCxnSpPr>
                    <p:spPr>
                      <a:xfrm flipV="1">
                        <a:off x="1468015" y="1770547"/>
                        <a:ext cx="592683" cy="785226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grpSp>
                    <p:nvGrpSpPr>
                      <p:cNvPr id="6" name="Group 5">
                        <a:extLst>
                          <a:ext uri="{FF2B5EF4-FFF2-40B4-BE49-F238E27FC236}">
                            <a16:creationId xmlns:a16="http://schemas.microsoft.com/office/drawing/2014/main" id="{E50FF45E-A759-7A15-5258-DFB566F4EFD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256701" y="1997242"/>
                        <a:ext cx="416356" cy="288758"/>
                        <a:chOff x="1563715" y="842210"/>
                        <a:chExt cx="782053" cy="541421"/>
                      </a:xfrm>
                    </p:grpSpPr>
                    <p:sp>
                      <p:nvSpPr>
                        <p:cNvPr id="4" name="Oval 3">
                          <a:extLst>
                            <a:ext uri="{FF2B5EF4-FFF2-40B4-BE49-F238E27FC236}">
                              <a16:creationId xmlns:a16="http://schemas.microsoft.com/office/drawing/2014/main" id="{9CA1C1FE-6CC3-4E56-BF5C-E330866C208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576137" y="842210"/>
                          <a:ext cx="553452" cy="541421"/>
                        </a:xfrm>
                        <a:prstGeom prst="ellipse">
                          <a:avLst/>
                        </a:prstGeom>
                        <a:solidFill>
                          <a:srgbClr val="B3ACD5"/>
                        </a:solidFill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sp>
                      <p:nvSpPr>
                        <p:cNvPr id="5" name="TextBox 4">
                          <a:extLst>
                            <a:ext uri="{FF2B5EF4-FFF2-40B4-BE49-F238E27FC236}">
                              <a16:creationId xmlns:a16="http://schemas.microsoft.com/office/drawing/2014/main" id="{7A4134C1-5874-7F55-7FEB-C04443450593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563715" y="870496"/>
                          <a:ext cx="782053" cy="46166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en-US" sz="1000" b="1" dirty="0">
                              <a:latin typeface="Montserrat" pitchFamily="2" charset="77"/>
                            </a:rPr>
                            <a:t>C</a:t>
                          </a:r>
                          <a:r>
                            <a:rPr lang="en-US" sz="1000" b="1" baseline="-25000" dirty="0">
                              <a:latin typeface="Montserrat" pitchFamily="2" charset="77"/>
                            </a:rPr>
                            <a:t>1</a:t>
                          </a:r>
                        </a:p>
                      </p:txBody>
                    </p:sp>
                  </p:grpSp>
                  <p:grpSp>
                    <p:nvGrpSpPr>
                      <p:cNvPr id="10" name="Group 9">
                        <a:extLst>
                          <a:ext uri="{FF2B5EF4-FFF2-40B4-BE49-F238E27FC236}">
                            <a16:creationId xmlns:a16="http://schemas.microsoft.com/office/drawing/2014/main" id="{92DB6E79-51F1-6739-D613-FBE14D018EA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259876" y="2426368"/>
                        <a:ext cx="416356" cy="288758"/>
                        <a:chOff x="1547079" y="842210"/>
                        <a:chExt cx="782053" cy="541421"/>
                      </a:xfrm>
                    </p:grpSpPr>
                    <p:sp>
                      <p:nvSpPr>
                        <p:cNvPr id="11" name="Oval 10">
                          <a:extLst>
                            <a:ext uri="{FF2B5EF4-FFF2-40B4-BE49-F238E27FC236}">
                              <a16:creationId xmlns:a16="http://schemas.microsoft.com/office/drawing/2014/main" id="{38B2A4FF-7504-70B8-EC0D-10787540927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576137" y="842210"/>
                          <a:ext cx="553452" cy="541421"/>
                        </a:xfrm>
                        <a:prstGeom prst="ellipse">
                          <a:avLst/>
                        </a:prstGeom>
                        <a:solidFill>
                          <a:srgbClr val="B3ACD5"/>
                        </a:solidFill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sp>
                      <p:nvSpPr>
                        <p:cNvPr id="12" name="TextBox 11">
                          <a:extLst>
                            <a:ext uri="{FF2B5EF4-FFF2-40B4-BE49-F238E27FC236}">
                              <a16:creationId xmlns:a16="http://schemas.microsoft.com/office/drawing/2014/main" id="{E06B1C6A-CCC7-5379-674B-0F877120FA8A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547079" y="870496"/>
                          <a:ext cx="782053" cy="46166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en-US" sz="1000" b="1" dirty="0">
                              <a:latin typeface="Montserrat" pitchFamily="2" charset="77"/>
                            </a:rPr>
                            <a:t>C</a:t>
                          </a:r>
                          <a:r>
                            <a:rPr lang="en-US" sz="1000" b="1" baseline="-25000" dirty="0">
                              <a:latin typeface="Montserrat" pitchFamily="2" charset="77"/>
                            </a:rPr>
                            <a:t>2</a:t>
                          </a:r>
                        </a:p>
                      </p:txBody>
                    </p:sp>
                  </p:grpSp>
                  <p:cxnSp>
                    <p:nvCxnSpPr>
                      <p:cNvPr id="61" name="Straight Connector 60">
                        <a:extLst>
                          <a:ext uri="{FF2B5EF4-FFF2-40B4-BE49-F238E27FC236}">
                            <a16:creationId xmlns:a16="http://schemas.microsoft.com/office/drawing/2014/main" id="{35F05AE9-BB90-C833-849C-DF59056A490D}"/>
                          </a:ext>
                        </a:extLst>
                      </p:cNvPr>
                      <p:cNvCxnSpPr>
                        <a:cxnSpLocks/>
                        <a:endCxn id="21" idx="1"/>
                      </p:cNvCxnSpPr>
                      <p:nvPr/>
                    </p:nvCxnSpPr>
                    <p:spPr>
                      <a:xfrm flipV="1">
                        <a:off x="1564578" y="2226257"/>
                        <a:ext cx="496120" cy="329516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3" name="Straight Connector 62">
                        <a:extLst>
                          <a:ext uri="{FF2B5EF4-FFF2-40B4-BE49-F238E27FC236}">
                            <a16:creationId xmlns:a16="http://schemas.microsoft.com/office/drawing/2014/main" id="{05AA2B4B-CB9C-606B-70B7-CCE6C5C35AF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557966" y="2636088"/>
                        <a:ext cx="643194" cy="344981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grpSp>
                    <p:nvGrpSpPr>
                      <p:cNvPr id="31" name="Group 30">
                        <a:extLst>
                          <a:ext uri="{FF2B5EF4-FFF2-40B4-BE49-F238E27FC236}">
                            <a16:creationId xmlns:a16="http://schemas.microsoft.com/office/drawing/2014/main" id="{73807C72-B84B-5513-9ACC-92B38D10173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018482" y="1662825"/>
                        <a:ext cx="431877" cy="1354719"/>
                        <a:chOff x="2125162" y="1708545"/>
                        <a:chExt cx="431877" cy="1354719"/>
                      </a:xfrm>
                    </p:grpSpPr>
                    <p:grpSp>
                      <p:nvGrpSpPr>
                        <p:cNvPr id="15" name="Group 14">
                          <a:extLst>
                            <a:ext uri="{FF2B5EF4-FFF2-40B4-BE49-F238E27FC236}">
                              <a16:creationId xmlns:a16="http://schemas.microsoft.com/office/drawing/2014/main" id="{72E7EC72-E18E-B0B3-0DDB-84124D650483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151503" y="1708545"/>
                          <a:ext cx="345211" cy="215444"/>
                          <a:chOff x="2538663" y="2009442"/>
                          <a:chExt cx="345211" cy="215444"/>
                        </a:xfrm>
                      </p:grpSpPr>
                      <p:sp>
                        <p:nvSpPr>
                          <p:cNvPr id="13" name="Rectangle 12">
                            <a:extLst>
                              <a:ext uri="{FF2B5EF4-FFF2-40B4-BE49-F238E27FC236}">
                                <a16:creationId xmlns:a16="http://schemas.microsoft.com/office/drawing/2014/main" id="{1A4AE4D8-3AAD-A9F1-EEB3-37DCCD45EC2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538663" y="2028203"/>
                            <a:ext cx="300790" cy="190622"/>
                          </a:xfrm>
                          <a:prstGeom prst="rect">
                            <a:avLst/>
                          </a:prstGeom>
                          <a:solidFill>
                            <a:srgbClr val="78C5E3"/>
                          </a:solidFill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dirty="0"/>
                          </a:p>
                        </p:txBody>
                      </p:sp>
                      <mc:AlternateContent xmlns:mc="http://schemas.openxmlformats.org/markup-compatibility/2006" xmlns:a14="http://schemas.microsoft.com/office/drawing/2010/main">
                        <mc:Choice Requires="a14">
                          <p:sp>
                            <p:nvSpPr>
                              <p:cNvPr id="14" name="TextBox 13">
                                <a:extLst>
                                  <a:ext uri="{FF2B5EF4-FFF2-40B4-BE49-F238E27FC236}">
                                    <a16:creationId xmlns:a16="http://schemas.microsoft.com/office/drawing/2014/main" id="{F007908F-0E94-4879-D696-AE7BC264D4C8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2554538" y="2009442"/>
                                <a:ext cx="329336" cy="215444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14:m>
                                  <m:oMath xmlns:m="http://schemas.openxmlformats.org/officeDocument/2006/math">
                                    <m:r>
                                      <a:rPr lang="en-US" sz="8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oMath>
                                </a14:m>
                                <a:r>
                                  <a:rPr lang="en-US" sz="800" b="1" baseline="-25000" dirty="0">
                                    <a:latin typeface="Montserrat" pitchFamily="2" charset="77"/>
                                  </a:rPr>
                                  <a:t>1</a:t>
                                </a:r>
                              </a:p>
                            </p:txBody>
                          </p:sp>
                        </mc:Choice>
                        <mc:Fallback xmlns="">
                          <p:sp>
                            <p:nvSpPr>
                              <p:cNvPr id="14" name="TextBox 13">
                                <a:extLst>
                                  <a:ext uri="{FF2B5EF4-FFF2-40B4-BE49-F238E27FC236}">
                                    <a16:creationId xmlns:a16="http://schemas.microsoft.com/office/drawing/2014/main" id="{5D8D8BE1-1115-DD30-F710-0BB8D28902A7}"/>
                                  </a:ext>
                                </a:extLst>
                              </p:cNvPr>
                              <p:cNvSpPr txBox="1">
                                <a:spLocks noRot="1" noChangeAspect="1" noMove="1" noResize="1" noEditPoints="1" noAdjustHandles="1" noChangeArrowheads="1" noChangeShapeType="1" noTextEdit="1"/>
                              </p:cNvSpPr>
                              <p:nvPr/>
                            </p:nvSpPr>
                            <p:spPr>
                              <a:xfrm>
                                <a:off x="2554538" y="2009442"/>
                                <a:ext cx="329336" cy="215444"/>
                              </a:xfrm>
                              <a:prstGeom prst="rect">
                                <a:avLst/>
                              </a:prstGeom>
                              <a:blipFill>
                                <a:blip r:embed="rId9"/>
                                <a:stretch>
                                  <a:fillRect/>
                                </a:stretch>
                              </a:blipFill>
                            </p:spPr>
                            <p:txBody>
                              <a:bodyPr/>
                              <a:lstStyle/>
                              <a:p>
                                <a:r>
                                  <a:rPr lang="en-US">
                                    <a:noFill/>
                                  </a:rPr>
                                  <a:t> </a:t>
                                </a:r>
                              </a:p>
                            </p:txBody>
                          </p:sp>
                        </mc:Fallback>
                      </mc:AlternateContent>
                    </p:grpSp>
                    <p:grpSp>
                      <p:nvGrpSpPr>
                        <p:cNvPr id="16" name="Group 15">
                          <a:extLst>
                            <a:ext uri="{FF2B5EF4-FFF2-40B4-BE49-F238E27FC236}">
                              <a16:creationId xmlns:a16="http://schemas.microsoft.com/office/drawing/2014/main" id="{324D4015-55D2-E2CE-186C-95F621619463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125162" y="1942750"/>
                          <a:ext cx="327131" cy="215444"/>
                          <a:chOff x="2512322" y="2015792"/>
                          <a:chExt cx="327131" cy="215444"/>
                        </a:xfrm>
                      </p:grpSpPr>
                      <p:sp>
                        <p:nvSpPr>
                          <p:cNvPr id="17" name="Rectangle 16">
                            <a:extLst>
                              <a:ext uri="{FF2B5EF4-FFF2-40B4-BE49-F238E27FC236}">
                                <a16:creationId xmlns:a16="http://schemas.microsoft.com/office/drawing/2014/main" id="{5474CE5E-C6C5-17BB-903B-0010402509C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538663" y="2028203"/>
                            <a:ext cx="300790" cy="190622"/>
                          </a:xfrm>
                          <a:prstGeom prst="rect">
                            <a:avLst/>
                          </a:prstGeom>
                          <a:solidFill>
                            <a:srgbClr val="78C5E3"/>
                          </a:solidFill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dirty="0"/>
                          </a:p>
                        </p:txBody>
                      </p:sp>
                      <mc:AlternateContent xmlns:mc="http://schemas.openxmlformats.org/markup-compatibility/2006" xmlns:a14="http://schemas.microsoft.com/office/drawing/2010/main">
                        <mc:Choice Requires="a14">
                          <p:sp>
                            <p:nvSpPr>
                              <p:cNvPr id="18" name="TextBox 17">
                                <a:extLst>
                                  <a:ext uri="{FF2B5EF4-FFF2-40B4-BE49-F238E27FC236}">
                                    <a16:creationId xmlns:a16="http://schemas.microsoft.com/office/drawing/2014/main" id="{21848628-55C8-CF50-42C3-E3D29A6D3B65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2512322" y="2015792"/>
                                <a:ext cx="327131" cy="215444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14:m>
                                  <m:oMath xmlns:m="http://schemas.openxmlformats.org/officeDocument/2006/math">
                                    <m:r>
                                      <m:rPr>
                                        <m:nor/>
                                      </m:rPr>
                                      <a:rPr lang="en-US" sz="800" smtClean="0"/>
                                      <m:t>¬</m:t>
                                    </m:r>
                                    <m:r>
                                      <a:rPr lang="en-US" sz="8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oMath>
                                </a14:m>
                                <a:r>
                                  <a:rPr lang="en-US" sz="800" b="1" baseline="-25000" dirty="0">
                                    <a:latin typeface="Montserrat" pitchFamily="2" charset="77"/>
                                  </a:rPr>
                                  <a:t>1</a:t>
                                </a:r>
                                <a:endParaRPr lang="en-US" sz="800" b="1" dirty="0">
                                  <a:latin typeface="Montserrat" pitchFamily="2" charset="77"/>
                                </a:endParaRPr>
                              </a:p>
                            </p:txBody>
                          </p:sp>
                        </mc:Choice>
                        <mc:Fallback xmlns="">
                          <p:sp>
                            <p:nvSpPr>
                              <p:cNvPr id="18" name="TextBox 17">
                                <a:extLst>
                                  <a:ext uri="{FF2B5EF4-FFF2-40B4-BE49-F238E27FC236}">
                                    <a16:creationId xmlns:a16="http://schemas.microsoft.com/office/drawing/2014/main" id="{07A1770E-E778-E908-5303-DBBAEE5AB05D}"/>
                                  </a:ext>
                                </a:extLst>
                              </p:cNvPr>
                              <p:cNvSpPr txBox="1">
                                <a:spLocks noRot="1" noChangeAspect="1" noMove="1" noResize="1" noEditPoints="1" noAdjustHandles="1" noChangeArrowheads="1" noChangeShapeType="1" noTextEdit="1"/>
                              </p:cNvSpPr>
                              <p:nvPr/>
                            </p:nvSpPr>
                            <p:spPr>
                              <a:xfrm>
                                <a:off x="2512322" y="2015792"/>
                                <a:ext cx="327131" cy="215444"/>
                              </a:xfrm>
                              <a:prstGeom prst="rect">
                                <a:avLst/>
                              </a:prstGeom>
                              <a:blipFill>
                                <a:blip r:embed="rId10"/>
                                <a:stretch>
                                  <a:fillRect b="-11111"/>
                                </a:stretch>
                              </a:blipFill>
                            </p:spPr>
                            <p:txBody>
                              <a:bodyPr/>
                              <a:lstStyle/>
                              <a:p>
                                <a:r>
                                  <a:rPr lang="en-US">
                                    <a:noFill/>
                                  </a:rPr>
                                  <a:t> </a:t>
                                </a:r>
                              </a:p>
                            </p:txBody>
                          </p:sp>
                        </mc:Fallback>
                      </mc:AlternateContent>
                    </p:grpSp>
                    <p:grpSp>
                      <p:nvGrpSpPr>
                        <p:cNvPr id="19" name="Group 18">
                          <a:extLst>
                            <a:ext uri="{FF2B5EF4-FFF2-40B4-BE49-F238E27FC236}">
                              <a16:creationId xmlns:a16="http://schemas.microsoft.com/office/drawing/2014/main" id="{2031F301-B352-8D54-5BDA-B0C3994EA59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151503" y="2164255"/>
                          <a:ext cx="316665" cy="215444"/>
                          <a:chOff x="2538663" y="2009442"/>
                          <a:chExt cx="316665" cy="215444"/>
                        </a:xfrm>
                      </p:grpSpPr>
                      <p:sp>
                        <p:nvSpPr>
                          <p:cNvPr id="20" name="Rectangle 19">
                            <a:extLst>
                              <a:ext uri="{FF2B5EF4-FFF2-40B4-BE49-F238E27FC236}">
                                <a16:creationId xmlns:a16="http://schemas.microsoft.com/office/drawing/2014/main" id="{870683BC-A48C-31DB-9432-94643E60E65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538663" y="2028203"/>
                            <a:ext cx="300790" cy="190622"/>
                          </a:xfrm>
                          <a:prstGeom prst="rect">
                            <a:avLst/>
                          </a:prstGeom>
                          <a:solidFill>
                            <a:srgbClr val="78C5E3"/>
                          </a:solidFill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dirty="0"/>
                          </a:p>
                        </p:txBody>
                      </p:sp>
                      <mc:AlternateContent xmlns:mc="http://schemas.openxmlformats.org/markup-compatibility/2006" xmlns:a14="http://schemas.microsoft.com/office/drawing/2010/main">
                        <mc:Choice Requires="a14">
                          <p:sp>
                            <p:nvSpPr>
                              <p:cNvPr id="21" name="TextBox 20">
                                <a:extLst>
                                  <a:ext uri="{FF2B5EF4-FFF2-40B4-BE49-F238E27FC236}">
                                    <a16:creationId xmlns:a16="http://schemas.microsoft.com/office/drawing/2014/main" id="{6CCAA8C1-E3DD-4BB8-7FE3-690556C99B4A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2554538" y="2009442"/>
                                <a:ext cx="300790" cy="215444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14:m>
                                  <m:oMath xmlns:m="http://schemas.openxmlformats.org/officeDocument/2006/math">
                                    <m:r>
                                      <a:rPr lang="en-US" sz="8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oMath>
                                </a14:m>
                                <a:r>
                                  <a:rPr lang="en-US" sz="800" b="1" baseline="-25000" dirty="0">
                                    <a:latin typeface="Montserrat" pitchFamily="2" charset="77"/>
                                  </a:rPr>
                                  <a:t>2</a:t>
                                </a:r>
                                <a:endParaRPr lang="en-US" sz="800" b="1" dirty="0">
                                  <a:latin typeface="Montserrat" pitchFamily="2" charset="77"/>
                                </a:endParaRPr>
                              </a:p>
                            </p:txBody>
                          </p:sp>
                        </mc:Choice>
                        <mc:Fallback xmlns="">
                          <p:sp>
                            <p:nvSpPr>
                              <p:cNvPr id="21" name="TextBox 20">
                                <a:extLst>
                                  <a:ext uri="{FF2B5EF4-FFF2-40B4-BE49-F238E27FC236}">
                                    <a16:creationId xmlns:a16="http://schemas.microsoft.com/office/drawing/2014/main" id="{509A5C6F-683A-9E9B-B4ED-F1452EA145E0}"/>
                                  </a:ext>
                                </a:extLst>
                              </p:cNvPr>
                              <p:cNvSpPr txBox="1">
                                <a:spLocks noRot="1" noChangeAspect="1" noMove="1" noResize="1" noEditPoints="1" noAdjustHandles="1" noChangeArrowheads="1" noChangeShapeType="1" noTextEdit="1"/>
                              </p:cNvSpPr>
                              <p:nvPr/>
                            </p:nvSpPr>
                            <p:spPr>
                              <a:xfrm>
                                <a:off x="2554538" y="2009442"/>
                                <a:ext cx="300790" cy="215444"/>
                              </a:xfrm>
                              <a:prstGeom prst="rect">
                                <a:avLst/>
                              </a:prstGeom>
                              <a:blipFill>
                                <a:blip r:embed="rId11"/>
                                <a:stretch>
                                  <a:fillRect b="-5556"/>
                                </a:stretch>
                              </a:blipFill>
                            </p:spPr>
                            <p:txBody>
                              <a:bodyPr/>
                              <a:lstStyle/>
                              <a:p>
                                <a:r>
                                  <a:rPr lang="en-US">
                                    <a:noFill/>
                                  </a:rPr>
                                  <a:t> </a:t>
                                </a:r>
                              </a:p>
                            </p:txBody>
                          </p:sp>
                        </mc:Fallback>
                      </mc:AlternateContent>
                    </p:grpSp>
                    <p:grpSp>
                      <p:nvGrpSpPr>
                        <p:cNvPr id="22" name="Group 21">
                          <a:extLst>
                            <a:ext uri="{FF2B5EF4-FFF2-40B4-BE49-F238E27FC236}">
                              <a16:creationId xmlns:a16="http://schemas.microsoft.com/office/drawing/2014/main" id="{7F8EBBDE-6090-AC2C-0492-4D9095F1651C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132100" y="2392110"/>
                          <a:ext cx="353939" cy="215444"/>
                          <a:chOff x="2519260" y="2009442"/>
                          <a:chExt cx="353939" cy="215444"/>
                        </a:xfrm>
                      </p:grpSpPr>
                      <p:sp>
                        <p:nvSpPr>
                          <p:cNvPr id="23" name="Rectangle 22">
                            <a:extLst>
                              <a:ext uri="{FF2B5EF4-FFF2-40B4-BE49-F238E27FC236}">
                                <a16:creationId xmlns:a16="http://schemas.microsoft.com/office/drawing/2014/main" id="{C63A6040-F67F-ABA3-D081-88E938DAE78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538663" y="2028203"/>
                            <a:ext cx="300790" cy="190622"/>
                          </a:xfrm>
                          <a:prstGeom prst="rect">
                            <a:avLst/>
                          </a:prstGeom>
                          <a:solidFill>
                            <a:srgbClr val="78C5E3"/>
                          </a:solidFill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dirty="0"/>
                          </a:p>
                        </p:txBody>
                      </p:sp>
                      <mc:AlternateContent xmlns:mc="http://schemas.openxmlformats.org/markup-compatibility/2006" xmlns:a14="http://schemas.microsoft.com/office/drawing/2010/main">
                        <mc:Choice Requires="a14">
                          <p:sp>
                            <p:nvSpPr>
                              <p:cNvPr id="24" name="TextBox 23">
                                <a:extLst>
                                  <a:ext uri="{FF2B5EF4-FFF2-40B4-BE49-F238E27FC236}">
                                    <a16:creationId xmlns:a16="http://schemas.microsoft.com/office/drawing/2014/main" id="{347B2441-DDCB-8EC8-22F9-2D1290FD18B4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2519260" y="2009442"/>
                                <a:ext cx="353939" cy="215444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14:m>
                                  <m:oMath xmlns:m="http://schemas.openxmlformats.org/officeDocument/2006/math">
                                    <m:r>
                                      <m:rPr>
                                        <m:nor/>
                                      </m:rPr>
                                      <a:rPr lang="en-US" sz="800" smtClean="0"/>
                                      <m:t>¬</m:t>
                                    </m:r>
                                    <m:r>
                                      <a:rPr lang="en-US" sz="8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oMath>
                                </a14:m>
                                <a:r>
                                  <a:rPr lang="en-US" sz="800" b="1" baseline="-25000" dirty="0">
                                    <a:latin typeface="Montserrat" pitchFamily="2" charset="77"/>
                                  </a:rPr>
                                  <a:t>2</a:t>
                                </a:r>
                                <a:endParaRPr lang="en-US" sz="800" b="1" dirty="0">
                                  <a:latin typeface="Montserrat" pitchFamily="2" charset="77"/>
                                </a:endParaRPr>
                              </a:p>
                            </p:txBody>
                          </p:sp>
                        </mc:Choice>
                        <mc:Fallback xmlns="">
                          <p:sp>
                            <p:nvSpPr>
                              <p:cNvPr id="24" name="TextBox 23">
                                <a:extLst>
                                  <a:ext uri="{FF2B5EF4-FFF2-40B4-BE49-F238E27FC236}">
                                    <a16:creationId xmlns:a16="http://schemas.microsoft.com/office/drawing/2014/main" id="{06833873-83F3-702C-F93A-851BAADCB55B}"/>
                                  </a:ext>
                                </a:extLst>
                              </p:cNvPr>
                              <p:cNvSpPr txBox="1">
                                <a:spLocks noRot="1" noChangeAspect="1" noMove="1" noResize="1" noEditPoints="1" noAdjustHandles="1" noChangeArrowheads="1" noChangeShapeType="1" noTextEdit="1"/>
                              </p:cNvSpPr>
                              <p:nvPr/>
                            </p:nvSpPr>
                            <p:spPr>
                              <a:xfrm>
                                <a:off x="2519260" y="2009442"/>
                                <a:ext cx="353939" cy="215444"/>
                              </a:xfrm>
                              <a:prstGeom prst="rect">
                                <a:avLst/>
                              </a:prstGeom>
                              <a:blipFill>
                                <a:blip r:embed="rId12"/>
                                <a:stretch>
                                  <a:fillRect b="-11765"/>
                                </a:stretch>
                              </a:blipFill>
                            </p:spPr>
                            <p:txBody>
                              <a:bodyPr/>
                              <a:lstStyle/>
                              <a:p>
                                <a:r>
                                  <a:rPr lang="en-US">
                                    <a:noFill/>
                                  </a:rPr>
                                  <a:t> </a:t>
                                </a:r>
                              </a:p>
                            </p:txBody>
                          </p:sp>
                        </mc:Fallback>
                      </mc:AlternateContent>
                    </p:grpSp>
                    <p:grpSp>
                      <p:nvGrpSpPr>
                        <p:cNvPr id="25" name="Group 24">
                          <a:extLst>
                            <a:ext uri="{FF2B5EF4-FFF2-40B4-BE49-F238E27FC236}">
                              <a16:creationId xmlns:a16="http://schemas.microsoft.com/office/drawing/2014/main" id="{CC4D1A00-9FBB-7C9D-59DE-B988DB48DE2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151503" y="2616790"/>
                          <a:ext cx="405536" cy="215444"/>
                          <a:chOff x="2538663" y="2006267"/>
                          <a:chExt cx="405536" cy="215444"/>
                        </a:xfrm>
                      </p:grpSpPr>
                      <p:sp>
                        <p:nvSpPr>
                          <p:cNvPr id="26" name="Rectangle 25">
                            <a:extLst>
                              <a:ext uri="{FF2B5EF4-FFF2-40B4-BE49-F238E27FC236}">
                                <a16:creationId xmlns:a16="http://schemas.microsoft.com/office/drawing/2014/main" id="{93F7A98D-619C-81C2-3494-7AE33A9D5A3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538663" y="2028203"/>
                            <a:ext cx="300790" cy="190622"/>
                          </a:xfrm>
                          <a:prstGeom prst="rect">
                            <a:avLst/>
                          </a:prstGeom>
                          <a:solidFill>
                            <a:srgbClr val="78C5E3"/>
                          </a:solidFill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dirty="0"/>
                          </a:p>
                        </p:txBody>
                      </p:sp>
                      <mc:AlternateContent xmlns:mc="http://schemas.openxmlformats.org/markup-compatibility/2006" xmlns:a14="http://schemas.microsoft.com/office/drawing/2010/main">
                        <mc:Choice Requires="a14">
                          <p:sp>
                            <p:nvSpPr>
                              <p:cNvPr id="27" name="TextBox 26">
                                <a:extLst>
                                  <a:ext uri="{FF2B5EF4-FFF2-40B4-BE49-F238E27FC236}">
                                    <a16:creationId xmlns:a16="http://schemas.microsoft.com/office/drawing/2014/main" id="{748F661F-EFE9-E9E8-2577-2AABBC35B798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2551363" y="2006267"/>
                                <a:ext cx="392836" cy="215444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14:m>
                                  <m:oMath xmlns:m="http://schemas.openxmlformats.org/officeDocument/2006/math">
                                    <m:r>
                                      <a:rPr lang="en-US" sz="8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oMath>
                                </a14:m>
                                <a:r>
                                  <a:rPr lang="en-US" sz="800" b="1" baseline="-25000" dirty="0">
                                    <a:latin typeface="Montserrat" pitchFamily="2" charset="77"/>
                                  </a:rPr>
                                  <a:t>3</a:t>
                                </a:r>
                                <a:endParaRPr lang="en-US" sz="800" b="1" dirty="0">
                                  <a:latin typeface="Montserrat" pitchFamily="2" charset="77"/>
                                </a:endParaRPr>
                              </a:p>
                            </p:txBody>
                          </p:sp>
                        </mc:Choice>
                        <mc:Fallback xmlns="">
                          <p:sp>
                            <p:nvSpPr>
                              <p:cNvPr id="27" name="TextBox 26">
                                <a:extLst>
                                  <a:ext uri="{FF2B5EF4-FFF2-40B4-BE49-F238E27FC236}">
                                    <a16:creationId xmlns:a16="http://schemas.microsoft.com/office/drawing/2014/main" id="{A5FF3E7A-43A4-7535-304E-32AE8902AB79}"/>
                                  </a:ext>
                                </a:extLst>
                              </p:cNvPr>
                              <p:cNvSpPr txBox="1">
                                <a:spLocks noRot="1" noChangeAspect="1" noMove="1" noResize="1" noEditPoints="1" noAdjustHandles="1" noChangeArrowheads="1" noChangeShapeType="1" noTextEdit="1"/>
                              </p:cNvSpPr>
                              <p:nvPr/>
                            </p:nvSpPr>
                            <p:spPr>
                              <a:xfrm>
                                <a:off x="2551363" y="2006267"/>
                                <a:ext cx="392836" cy="215444"/>
                              </a:xfrm>
                              <a:prstGeom prst="rect">
                                <a:avLst/>
                              </a:prstGeom>
                              <a:blipFill>
                                <a:blip r:embed="rId13"/>
                                <a:stretch>
                                  <a:fillRect b="-11111"/>
                                </a:stretch>
                              </a:blipFill>
                            </p:spPr>
                            <p:txBody>
                              <a:bodyPr/>
                              <a:lstStyle/>
                              <a:p>
                                <a:r>
                                  <a:rPr lang="en-US">
                                    <a:noFill/>
                                  </a:rPr>
                                  <a:t> </a:t>
                                </a:r>
                              </a:p>
                            </p:txBody>
                          </p:sp>
                        </mc:Fallback>
                      </mc:AlternateContent>
                    </p:grpSp>
                    <p:grpSp>
                      <p:nvGrpSpPr>
                        <p:cNvPr id="28" name="Group 27">
                          <a:extLst>
                            <a:ext uri="{FF2B5EF4-FFF2-40B4-BE49-F238E27FC236}">
                              <a16:creationId xmlns:a16="http://schemas.microsoft.com/office/drawing/2014/main" id="{08EB8582-C899-B8B1-F2AD-EDC26409AD9F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130924" y="2847820"/>
                          <a:ext cx="392836" cy="215444"/>
                          <a:chOff x="2518084" y="2009442"/>
                          <a:chExt cx="392836" cy="215444"/>
                        </a:xfrm>
                      </p:grpSpPr>
                      <p:sp>
                        <p:nvSpPr>
                          <p:cNvPr id="29" name="Rectangle 28">
                            <a:extLst>
                              <a:ext uri="{FF2B5EF4-FFF2-40B4-BE49-F238E27FC236}">
                                <a16:creationId xmlns:a16="http://schemas.microsoft.com/office/drawing/2014/main" id="{47E9E37A-B2D9-7C3A-E53D-7F241892EB9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538663" y="2028203"/>
                            <a:ext cx="300790" cy="190622"/>
                          </a:xfrm>
                          <a:prstGeom prst="rect">
                            <a:avLst/>
                          </a:prstGeom>
                          <a:solidFill>
                            <a:srgbClr val="78C5E3"/>
                          </a:solidFill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dirty="0"/>
                          </a:p>
                        </p:txBody>
                      </p:sp>
                      <mc:AlternateContent xmlns:mc="http://schemas.openxmlformats.org/markup-compatibility/2006" xmlns:a14="http://schemas.microsoft.com/office/drawing/2010/main">
                        <mc:Choice Requires="a14">
                          <p:sp>
                            <p:nvSpPr>
                              <p:cNvPr id="30" name="TextBox 29">
                                <a:extLst>
                                  <a:ext uri="{FF2B5EF4-FFF2-40B4-BE49-F238E27FC236}">
                                    <a16:creationId xmlns:a16="http://schemas.microsoft.com/office/drawing/2014/main" id="{AF9286E8-E0D3-E5E2-CDDA-6FE7EA0DE2E0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2518084" y="2009442"/>
                                <a:ext cx="392836" cy="215444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14:m>
                                  <m:oMath xmlns:m="http://schemas.openxmlformats.org/officeDocument/2006/math">
                                    <m:r>
                                      <m:rPr>
                                        <m:nor/>
                                      </m:rPr>
                                      <a:rPr lang="en-US" sz="800" smtClean="0"/>
                                      <m:t>¬</m:t>
                                    </m:r>
                                    <m:r>
                                      <a:rPr lang="en-US" sz="8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oMath>
                                </a14:m>
                                <a:r>
                                  <a:rPr lang="en-US" sz="800" b="1" baseline="-25000" dirty="0">
                                    <a:latin typeface="Montserrat" pitchFamily="2" charset="77"/>
                                  </a:rPr>
                                  <a:t>3</a:t>
                                </a:r>
                                <a:endParaRPr lang="en-US" sz="800" b="1" dirty="0">
                                  <a:latin typeface="Montserrat" pitchFamily="2" charset="77"/>
                                </a:endParaRPr>
                              </a:p>
                            </p:txBody>
                          </p:sp>
                        </mc:Choice>
                        <mc:Fallback xmlns="">
                          <p:sp>
                            <p:nvSpPr>
                              <p:cNvPr id="30" name="TextBox 29">
                                <a:extLst>
                                  <a:ext uri="{FF2B5EF4-FFF2-40B4-BE49-F238E27FC236}">
                                    <a16:creationId xmlns:a16="http://schemas.microsoft.com/office/drawing/2014/main" id="{D13715C8-5F98-9E94-9624-1820C728378F}"/>
                                  </a:ext>
                                </a:extLst>
                              </p:cNvPr>
                              <p:cNvSpPr txBox="1">
                                <a:spLocks noRot="1" noChangeAspect="1" noMove="1" noResize="1" noEditPoints="1" noAdjustHandles="1" noChangeArrowheads="1" noChangeShapeType="1" noTextEdit="1"/>
                              </p:cNvSpPr>
                              <p:nvPr/>
                            </p:nvSpPr>
                            <p:spPr>
                              <a:xfrm>
                                <a:off x="2518084" y="2009442"/>
                                <a:ext cx="392836" cy="215444"/>
                              </a:xfrm>
                              <a:prstGeom prst="rect">
                                <a:avLst/>
                              </a:prstGeom>
                              <a:blipFill>
                                <a:blip r:embed="rId14"/>
                                <a:stretch>
                                  <a:fillRect b="-11765"/>
                                </a:stretch>
                              </a:blipFill>
                            </p:spPr>
                            <p:txBody>
                              <a:bodyPr/>
                              <a:lstStyle/>
                              <a:p>
                                <a:r>
                                  <a:rPr lang="en-US">
                                    <a:noFill/>
                                  </a:rPr>
                                  <a:t> </a:t>
                                </a:r>
                              </a:p>
                            </p:txBody>
                          </p:sp>
                        </mc:Fallback>
                      </mc:AlternateContent>
                    </p:grpSp>
                  </p:grpSp>
                </p:grpSp>
              </p:grpSp>
              <p:sp>
                <p:nvSpPr>
                  <p:cNvPr id="1052" name="TextBox 1051">
                    <a:extLst>
                      <a:ext uri="{FF2B5EF4-FFF2-40B4-BE49-F238E27FC236}">
                        <a16:creationId xmlns:a16="http://schemas.microsoft.com/office/drawing/2014/main" id="{CF92F0BE-EE37-D42C-0354-7A5E5596EB80}"/>
                      </a:ext>
                    </a:extLst>
                  </p:cNvPr>
                  <p:cNvSpPr txBox="1"/>
                  <p:nvPr/>
                </p:nvSpPr>
                <p:spPr>
                  <a:xfrm>
                    <a:off x="836702" y="3021992"/>
                    <a:ext cx="2168934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600" b="1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CNF as Bipartite Graph</a:t>
                    </a:r>
                  </a:p>
                </p:txBody>
              </p:sp>
            </p:grpSp>
            <p:cxnSp>
              <p:nvCxnSpPr>
                <p:cNvPr id="1081" name="Straight Arrow Connector 1080">
                  <a:extLst>
                    <a:ext uri="{FF2B5EF4-FFF2-40B4-BE49-F238E27FC236}">
                      <a16:creationId xmlns:a16="http://schemas.microsoft.com/office/drawing/2014/main" id="{922BCABD-7708-0A59-CE82-E98C058686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68786" y="2017029"/>
                  <a:ext cx="369604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469" name="Group 1468">
                  <a:extLst>
                    <a:ext uri="{FF2B5EF4-FFF2-40B4-BE49-F238E27FC236}">
                      <a16:creationId xmlns:a16="http://schemas.microsoft.com/office/drawing/2014/main" id="{DE03EFF8-C20D-E8D1-DA9C-195D6AB325DD}"/>
                    </a:ext>
                  </a:extLst>
                </p:cNvPr>
                <p:cNvGrpSpPr/>
                <p:nvPr/>
              </p:nvGrpSpPr>
              <p:grpSpPr>
                <a:xfrm>
                  <a:off x="5438390" y="1168669"/>
                  <a:ext cx="2194103" cy="2676089"/>
                  <a:chOff x="5438390" y="1168669"/>
                  <a:chExt cx="2194103" cy="2676089"/>
                </a:xfrm>
              </p:grpSpPr>
              <p:sp>
                <p:nvSpPr>
                  <p:cNvPr id="1084" name="TextBox 1083">
                    <a:extLst>
                      <a:ext uri="{FF2B5EF4-FFF2-40B4-BE49-F238E27FC236}">
                        <a16:creationId xmlns:a16="http://schemas.microsoft.com/office/drawing/2014/main" id="{3A56A9CC-6185-E505-06E6-3EE870D1F184}"/>
                      </a:ext>
                    </a:extLst>
                  </p:cNvPr>
                  <p:cNvSpPr txBox="1"/>
                  <p:nvPr/>
                </p:nvSpPr>
                <p:spPr>
                  <a:xfrm>
                    <a:off x="5438390" y="3013761"/>
                    <a:ext cx="2194103" cy="83099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600" b="1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Variable Embeddings (sₜ)</a:t>
                    </a:r>
                  </a:p>
                  <a:p>
                    <a:pPr algn="ctr"/>
                    <a:endParaRPr lang="en-US" sz="1600" b="1" dirty="0"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grpSp>
                <p:nvGrpSpPr>
                  <p:cNvPr id="1086" name="Group 1085">
                    <a:extLst>
                      <a:ext uri="{FF2B5EF4-FFF2-40B4-BE49-F238E27FC236}">
                        <a16:creationId xmlns:a16="http://schemas.microsoft.com/office/drawing/2014/main" id="{092D2E41-58BA-1E33-D447-736C77C2B406}"/>
                      </a:ext>
                    </a:extLst>
                  </p:cNvPr>
                  <p:cNvGrpSpPr/>
                  <p:nvPr/>
                </p:nvGrpSpPr>
                <p:grpSpPr>
                  <a:xfrm>
                    <a:off x="5598749" y="1168669"/>
                    <a:ext cx="1752277" cy="1721475"/>
                    <a:chOff x="4594541" y="1165091"/>
                    <a:chExt cx="1752277" cy="1721475"/>
                  </a:xfrm>
                </p:grpSpPr>
                <p:sp>
                  <p:nvSpPr>
                    <p:cNvPr id="1085" name="Rectangle 1084">
                      <a:extLst>
                        <a:ext uri="{FF2B5EF4-FFF2-40B4-BE49-F238E27FC236}">
                          <a16:creationId xmlns:a16="http://schemas.microsoft.com/office/drawing/2014/main" id="{A7B5E54C-1CE1-3486-7092-545FC531D72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94541" y="1165091"/>
                      <a:ext cx="1752277" cy="1721475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rgbClr val="F0F0F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grpSp>
                  <p:nvGrpSpPr>
                    <p:cNvPr id="1083" name="Group 1082">
                      <a:extLst>
                        <a:ext uri="{FF2B5EF4-FFF2-40B4-BE49-F238E27FC236}">
                          <a16:creationId xmlns:a16="http://schemas.microsoft.com/office/drawing/2014/main" id="{051CD8FA-E76E-7F95-FD93-3C67F2BF498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88641" y="1406768"/>
                      <a:ext cx="1364076" cy="1196296"/>
                      <a:chOff x="4577334" y="1408402"/>
                      <a:chExt cx="1364076" cy="1196296"/>
                    </a:xfrm>
                  </p:grpSpPr>
                  <p:sp>
                    <p:nvSpPr>
                      <p:cNvPr id="1055" name="Rounded Rectangle 1054">
                        <a:extLst>
                          <a:ext uri="{FF2B5EF4-FFF2-40B4-BE49-F238E27FC236}">
                            <a16:creationId xmlns:a16="http://schemas.microsoft.com/office/drawing/2014/main" id="{0254348B-B343-A6AE-9D78-24255ACBFA0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86942" y="1411998"/>
                        <a:ext cx="1348908" cy="1190139"/>
                      </a:xfrm>
                      <a:prstGeom prst="roundRect">
                        <a:avLst/>
                      </a:prstGeom>
                      <a:solidFill>
                        <a:srgbClr val="DAD8D8"/>
                      </a:solidFill>
                      <a:ln w="38100">
                        <a:solidFill>
                          <a:srgbClr val="857A7B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grpSp>
                    <p:nvGrpSpPr>
                      <p:cNvPr id="1082" name="Group 1081">
                        <a:extLst>
                          <a:ext uri="{FF2B5EF4-FFF2-40B4-BE49-F238E27FC236}">
                            <a16:creationId xmlns:a16="http://schemas.microsoft.com/office/drawing/2014/main" id="{B513DC36-B1CC-B694-5BB8-A204BA6F4CD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577334" y="1408402"/>
                        <a:ext cx="1364076" cy="1196296"/>
                        <a:chOff x="4577334" y="1408402"/>
                        <a:chExt cx="1364076" cy="1196296"/>
                      </a:xfrm>
                    </p:grpSpPr>
                    <p:grpSp>
                      <p:nvGrpSpPr>
                        <p:cNvPr id="1071" name="Group 1070">
                          <a:extLst>
                            <a:ext uri="{FF2B5EF4-FFF2-40B4-BE49-F238E27FC236}">
                              <a16:creationId xmlns:a16="http://schemas.microsoft.com/office/drawing/2014/main" id="{CCDE1A38-6015-0800-6802-0B92FDA1083F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4726414" y="1408402"/>
                          <a:ext cx="1075694" cy="1196296"/>
                          <a:chOff x="4720838" y="1408402"/>
                          <a:chExt cx="1075694" cy="1196296"/>
                        </a:xfrm>
                      </p:grpSpPr>
                      <p:grpSp>
                        <p:nvGrpSpPr>
                          <p:cNvPr id="1069" name="Group 1068">
                            <a:extLst>
                              <a:ext uri="{FF2B5EF4-FFF2-40B4-BE49-F238E27FC236}">
                                <a16:creationId xmlns:a16="http://schemas.microsoft.com/office/drawing/2014/main" id="{8C0563AA-D4E1-F758-9871-25023EB35F61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4720838" y="1408402"/>
                            <a:ext cx="923294" cy="1196296"/>
                            <a:chOff x="4804475" y="1408402"/>
                            <a:chExt cx="923294" cy="1196296"/>
                          </a:xfrm>
                        </p:grpSpPr>
                        <p:cxnSp>
                          <p:nvCxnSpPr>
                            <p:cNvPr id="1057" name="Straight Connector 1056">
                              <a:extLst>
                                <a:ext uri="{FF2B5EF4-FFF2-40B4-BE49-F238E27FC236}">
                                  <a16:creationId xmlns:a16="http://schemas.microsoft.com/office/drawing/2014/main" id="{5A48D21B-D47B-DCBA-EF6E-11A019260E16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4804475" y="1410351"/>
                              <a:ext cx="0" cy="1191786"/>
                            </a:xfrm>
                            <a:prstGeom prst="line">
                              <a:avLst/>
                            </a:prstGeom>
                            <a:ln w="38100">
                              <a:solidFill>
                                <a:srgbClr val="857A7B"/>
                              </a:solidFill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1060" name="Straight Connector 1059">
                              <a:extLst>
                                <a:ext uri="{FF2B5EF4-FFF2-40B4-BE49-F238E27FC236}">
                                  <a16:creationId xmlns:a16="http://schemas.microsoft.com/office/drawing/2014/main" id="{2F9AC657-D7E1-4132-002F-1C4DAB2CB5D4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4962451" y="1408402"/>
                              <a:ext cx="0" cy="1191786"/>
                            </a:xfrm>
                            <a:prstGeom prst="line">
                              <a:avLst/>
                            </a:prstGeom>
                            <a:ln w="38100">
                              <a:solidFill>
                                <a:srgbClr val="857A7B"/>
                              </a:solidFill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1061" name="Straight Connector 1060">
                              <a:extLst>
                                <a:ext uri="{FF2B5EF4-FFF2-40B4-BE49-F238E27FC236}">
                                  <a16:creationId xmlns:a16="http://schemas.microsoft.com/office/drawing/2014/main" id="{8820FBC8-0ECC-D7F3-6DF4-DF77E1B71B84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5114851" y="1412912"/>
                              <a:ext cx="0" cy="1191786"/>
                            </a:xfrm>
                            <a:prstGeom prst="line">
                              <a:avLst/>
                            </a:prstGeom>
                            <a:ln w="38100">
                              <a:solidFill>
                                <a:srgbClr val="857A7B"/>
                              </a:solidFill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1062" name="Straight Connector 1061">
                              <a:extLst>
                                <a:ext uri="{FF2B5EF4-FFF2-40B4-BE49-F238E27FC236}">
                                  <a16:creationId xmlns:a16="http://schemas.microsoft.com/office/drawing/2014/main" id="{32B216A4-BB37-E0BC-2CC5-E695FA3DF19E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5264994" y="1408402"/>
                              <a:ext cx="0" cy="1191786"/>
                            </a:xfrm>
                            <a:prstGeom prst="line">
                              <a:avLst/>
                            </a:prstGeom>
                            <a:ln w="38100">
                              <a:solidFill>
                                <a:srgbClr val="857A7B"/>
                              </a:solidFill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1063" name="Straight Connector 1062">
                              <a:extLst>
                                <a:ext uri="{FF2B5EF4-FFF2-40B4-BE49-F238E27FC236}">
                                  <a16:creationId xmlns:a16="http://schemas.microsoft.com/office/drawing/2014/main" id="{C7F8E972-E7FC-C355-46B7-280AD60A7FF0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5417394" y="1408402"/>
                              <a:ext cx="0" cy="1191786"/>
                            </a:xfrm>
                            <a:prstGeom prst="line">
                              <a:avLst/>
                            </a:prstGeom>
                            <a:ln w="38100">
                              <a:solidFill>
                                <a:srgbClr val="857A7B"/>
                              </a:solidFill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1064" name="Straight Connector 1063">
                              <a:extLst>
                                <a:ext uri="{FF2B5EF4-FFF2-40B4-BE49-F238E27FC236}">
                                  <a16:creationId xmlns:a16="http://schemas.microsoft.com/office/drawing/2014/main" id="{FD574CCE-7ABE-BB27-688C-C858D843EF25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5569794" y="1408402"/>
                              <a:ext cx="0" cy="1191786"/>
                            </a:xfrm>
                            <a:prstGeom prst="line">
                              <a:avLst/>
                            </a:prstGeom>
                            <a:ln w="38100">
                              <a:solidFill>
                                <a:srgbClr val="857A7B"/>
                              </a:solidFill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1065" name="Straight Connector 1064">
                              <a:extLst>
                                <a:ext uri="{FF2B5EF4-FFF2-40B4-BE49-F238E27FC236}">
                                  <a16:creationId xmlns:a16="http://schemas.microsoft.com/office/drawing/2014/main" id="{B37E71E3-6C64-0AF1-2F23-F5041AD82553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5727769" y="1410874"/>
                              <a:ext cx="0" cy="1191786"/>
                            </a:xfrm>
                            <a:prstGeom prst="line">
                              <a:avLst/>
                            </a:prstGeom>
                            <a:ln w="38100">
                              <a:solidFill>
                                <a:srgbClr val="857A7B"/>
                              </a:solidFill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</p:grpSp>
                      <p:cxnSp>
                        <p:nvCxnSpPr>
                          <p:cNvPr id="1070" name="Straight Connector 1069">
                            <a:extLst>
                              <a:ext uri="{FF2B5EF4-FFF2-40B4-BE49-F238E27FC236}">
                                <a16:creationId xmlns:a16="http://schemas.microsoft.com/office/drawing/2014/main" id="{62C140D0-88AE-3F4B-872E-9C08B5DDE3E0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5796532" y="1412727"/>
                            <a:ext cx="0" cy="1191786"/>
                          </a:xfrm>
                          <a:prstGeom prst="line">
                            <a:avLst/>
                          </a:prstGeom>
                          <a:ln w="38100">
                            <a:solidFill>
                              <a:srgbClr val="857A7B"/>
                            </a:solidFill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cxnSp>
                      <p:nvCxnSpPr>
                        <p:cNvPr id="1072" name="Straight Connector 1071">
                          <a:extLst>
                            <a:ext uri="{FF2B5EF4-FFF2-40B4-BE49-F238E27FC236}">
                              <a16:creationId xmlns:a16="http://schemas.microsoft.com/office/drawing/2014/main" id="{63E64899-20C8-0211-5C58-FDAB2CA8AA6B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4582918" y="1566985"/>
                          <a:ext cx="1352932" cy="0"/>
                        </a:xfrm>
                        <a:prstGeom prst="line">
                          <a:avLst/>
                        </a:prstGeom>
                        <a:ln w="38100">
                          <a:solidFill>
                            <a:srgbClr val="857A7B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075" name="Straight Connector 1074">
                          <a:extLst>
                            <a:ext uri="{FF2B5EF4-FFF2-40B4-BE49-F238E27FC236}">
                              <a16:creationId xmlns:a16="http://schemas.microsoft.com/office/drawing/2014/main" id="{56721B7B-35C5-F357-C888-28A4A9E72879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4584774" y="1719385"/>
                          <a:ext cx="1352932" cy="0"/>
                        </a:xfrm>
                        <a:prstGeom prst="line">
                          <a:avLst/>
                        </a:prstGeom>
                        <a:ln w="38100">
                          <a:solidFill>
                            <a:srgbClr val="857A7B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076" name="Straight Connector 1075">
                          <a:extLst>
                            <a:ext uri="{FF2B5EF4-FFF2-40B4-BE49-F238E27FC236}">
                              <a16:creationId xmlns:a16="http://schemas.microsoft.com/office/drawing/2014/main" id="{23C9EE59-6A23-2AB2-3905-20AAF934435B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4581054" y="1871785"/>
                          <a:ext cx="1352932" cy="0"/>
                        </a:xfrm>
                        <a:prstGeom prst="line">
                          <a:avLst/>
                        </a:prstGeom>
                        <a:ln w="38100">
                          <a:solidFill>
                            <a:srgbClr val="857A7B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077" name="Straight Connector 1076">
                          <a:extLst>
                            <a:ext uri="{FF2B5EF4-FFF2-40B4-BE49-F238E27FC236}">
                              <a16:creationId xmlns:a16="http://schemas.microsoft.com/office/drawing/2014/main" id="{145384B7-B070-9DF5-16F1-A61D95D695F6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4577334" y="2024185"/>
                          <a:ext cx="1352932" cy="0"/>
                        </a:xfrm>
                        <a:prstGeom prst="line">
                          <a:avLst/>
                        </a:prstGeom>
                        <a:ln w="38100">
                          <a:solidFill>
                            <a:srgbClr val="857A7B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078" name="Straight Connector 1077">
                          <a:extLst>
                            <a:ext uri="{FF2B5EF4-FFF2-40B4-BE49-F238E27FC236}">
                              <a16:creationId xmlns:a16="http://schemas.microsoft.com/office/drawing/2014/main" id="{779B025D-6579-4C21-E898-2D3847B3BE80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4584766" y="2176585"/>
                          <a:ext cx="1352932" cy="0"/>
                        </a:xfrm>
                        <a:prstGeom prst="line">
                          <a:avLst/>
                        </a:prstGeom>
                        <a:ln w="38100">
                          <a:solidFill>
                            <a:srgbClr val="857A7B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079" name="Straight Connector 1078">
                          <a:extLst>
                            <a:ext uri="{FF2B5EF4-FFF2-40B4-BE49-F238E27FC236}">
                              <a16:creationId xmlns:a16="http://schemas.microsoft.com/office/drawing/2014/main" id="{D81E9269-D8DC-3006-4892-172F19D1A4A9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4581048" y="2328985"/>
                          <a:ext cx="1352932" cy="0"/>
                        </a:xfrm>
                        <a:prstGeom prst="line">
                          <a:avLst/>
                        </a:prstGeom>
                        <a:ln w="38100">
                          <a:solidFill>
                            <a:srgbClr val="857A7B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080" name="Straight Connector 1079">
                          <a:extLst>
                            <a:ext uri="{FF2B5EF4-FFF2-40B4-BE49-F238E27FC236}">
                              <a16:creationId xmlns:a16="http://schemas.microsoft.com/office/drawing/2014/main" id="{065D2134-B831-4614-1A99-EA23894C18BA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4588478" y="2481385"/>
                          <a:ext cx="1352932" cy="0"/>
                        </a:xfrm>
                        <a:prstGeom prst="line">
                          <a:avLst/>
                        </a:prstGeom>
                        <a:ln w="38100">
                          <a:solidFill>
                            <a:srgbClr val="857A7B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</p:grpSp>
            </p:grpSp>
            <p:grpSp>
              <p:nvGrpSpPr>
                <p:cNvPr id="1470" name="Group 1469">
                  <a:extLst>
                    <a:ext uri="{FF2B5EF4-FFF2-40B4-BE49-F238E27FC236}">
                      <a16:creationId xmlns:a16="http://schemas.microsoft.com/office/drawing/2014/main" id="{9977D9A4-AE0C-5728-3C4D-A42E270AE694}"/>
                    </a:ext>
                  </a:extLst>
                </p:cNvPr>
                <p:cNvGrpSpPr/>
                <p:nvPr/>
              </p:nvGrpSpPr>
              <p:grpSpPr>
                <a:xfrm>
                  <a:off x="3102221" y="1250009"/>
                  <a:ext cx="2129005" cy="2102306"/>
                  <a:chOff x="3102221" y="1250009"/>
                  <a:chExt cx="2129005" cy="2102306"/>
                </a:xfrm>
              </p:grpSpPr>
              <p:sp>
                <p:nvSpPr>
                  <p:cNvPr id="1053" name="TextBox 1052">
                    <a:extLst>
                      <a:ext uri="{FF2B5EF4-FFF2-40B4-BE49-F238E27FC236}">
                        <a16:creationId xmlns:a16="http://schemas.microsoft.com/office/drawing/2014/main" id="{192162A2-749D-0DB4-B003-D1EE108FCFA6}"/>
                      </a:ext>
                    </a:extLst>
                  </p:cNvPr>
                  <p:cNvSpPr txBox="1"/>
                  <p:nvPr/>
                </p:nvSpPr>
                <p:spPr>
                  <a:xfrm>
                    <a:off x="3306639" y="3013761"/>
                    <a:ext cx="1924587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600" b="1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GNN Encoder </a:t>
                    </a:r>
                  </a:p>
                </p:txBody>
              </p:sp>
              <p:grpSp>
                <p:nvGrpSpPr>
                  <p:cNvPr id="1227" name="Group 1226">
                    <a:extLst>
                      <a:ext uri="{FF2B5EF4-FFF2-40B4-BE49-F238E27FC236}">
                        <a16:creationId xmlns:a16="http://schemas.microsoft.com/office/drawing/2014/main" id="{4A8C431D-4EC0-562F-7CE3-A8ADB99C91C8}"/>
                      </a:ext>
                    </a:extLst>
                  </p:cNvPr>
                  <p:cNvGrpSpPr/>
                  <p:nvPr/>
                </p:nvGrpSpPr>
                <p:grpSpPr>
                  <a:xfrm>
                    <a:off x="3102221" y="1250009"/>
                    <a:ext cx="2071516" cy="1390704"/>
                    <a:chOff x="3492172" y="3829641"/>
                    <a:chExt cx="2071516" cy="1390704"/>
                  </a:xfrm>
                </p:grpSpPr>
                <p:grpSp>
                  <p:nvGrpSpPr>
                    <p:cNvPr id="1216" name="Group 1215">
                      <a:extLst>
                        <a:ext uri="{FF2B5EF4-FFF2-40B4-BE49-F238E27FC236}">
                          <a16:creationId xmlns:a16="http://schemas.microsoft.com/office/drawing/2014/main" id="{255F4B92-5297-5B4B-02E6-F55F4B1F0D8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492172" y="3829641"/>
                      <a:ext cx="1447976" cy="694525"/>
                      <a:chOff x="6711297" y="3874404"/>
                      <a:chExt cx="1447976" cy="694525"/>
                    </a:xfrm>
                  </p:grpSpPr>
                  <p:sp>
                    <p:nvSpPr>
                      <p:cNvPr id="1217" name="Parallelogram 1216">
                        <a:extLst>
                          <a:ext uri="{FF2B5EF4-FFF2-40B4-BE49-F238E27FC236}">
                            <a16:creationId xmlns:a16="http://schemas.microsoft.com/office/drawing/2014/main" id="{271A3A5A-8427-7AA4-5C78-BC740D2D7082}"/>
                          </a:ext>
                        </a:extLst>
                      </p:cNvPr>
                      <p:cNvSpPr/>
                      <p:nvPr/>
                    </p:nvSpPr>
                    <p:spPr>
                      <a:xfrm rot="19655225">
                        <a:off x="6711297" y="3909725"/>
                        <a:ext cx="1447976" cy="642093"/>
                      </a:xfrm>
                      <a:prstGeom prst="parallelogram">
                        <a:avLst>
                          <a:gd name="adj" fmla="val 55125"/>
                        </a:avLst>
                      </a:prstGeom>
                      <a:solidFill>
                        <a:schemeClr val="bg1"/>
                      </a:solidFill>
                      <a:ln w="38100">
                        <a:solidFill>
                          <a:srgbClr val="857A7B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cxnSp>
                    <p:nvCxnSpPr>
                      <p:cNvPr id="1218" name="Straight Connector 1217">
                        <a:extLst>
                          <a:ext uri="{FF2B5EF4-FFF2-40B4-BE49-F238E27FC236}">
                            <a16:creationId xmlns:a16="http://schemas.microsoft.com/office/drawing/2014/main" id="{296F4557-EF48-ADD8-32DD-0854D0C19F8D}"/>
                          </a:ext>
                        </a:extLst>
                      </p:cNvPr>
                      <p:cNvCxnSpPr>
                        <a:cxnSpLocks/>
                        <a:endCxn id="1225" idx="2"/>
                      </p:cNvCxnSpPr>
                      <p:nvPr/>
                    </p:nvCxnSpPr>
                    <p:spPr>
                      <a:xfrm>
                        <a:off x="7159101" y="4131631"/>
                        <a:ext cx="167028" cy="57165"/>
                      </a:xfrm>
                      <a:prstGeom prst="line">
                        <a:avLst/>
                      </a:prstGeom>
                      <a:ln>
                        <a:solidFill>
                          <a:srgbClr val="97979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19" name="Straight Connector 1218">
                        <a:extLst>
                          <a:ext uri="{FF2B5EF4-FFF2-40B4-BE49-F238E27FC236}">
                            <a16:creationId xmlns:a16="http://schemas.microsoft.com/office/drawing/2014/main" id="{D2AC2D36-3DA1-3608-8B5A-3141CB5DF65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7117828" y="4156259"/>
                        <a:ext cx="0" cy="324361"/>
                      </a:xfrm>
                      <a:prstGeom prst="line">
                        <a:avLst/>
                      </a:prstGeom>
                      <a:ln>
                        <a:solidFill>
                          <a:srgbClr val="97979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20" name="Straight Connector 1219">
                        <a:extLst>
                          <a:ext uri="{FF2B5EF4-FFF2-40B4-BE49-F238E27FC236}">
                            <a16:creationId xmlns:a16="http://schemas.microsoft.com/office/drawing/2014/main" id="{78E4B3B1-9D19-9D03-EC34-773104AE04B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7153539" y="4145523"/>
                        <a:ext cx="101627" cy="129949"/>
                      </a:xfrm>
                      <a:prstGeom prst="line">
                        <a:avLst/>
                      </a:prstGeom>
                      <a:ln>
                        <a:solidFill>
                          <a:srgbClr val="97979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21" name="Straight Connector 1220">
                        <a:extLst>
                          <a:ext uri="{FF2B5EF4-FFF2-40B4-BE49-F238E27FC236}">
                            <a16:creationId xmlns:a16="http://schemas.microsoft.com/office/drawing/2014/main" id="{F46D7859-EAE8-A7A4-5AC3-BE236ECCF4A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7355090" y="3922825"/>
                        <a:ext cx="0" cy="226925"/>
                      </a:xfrm>
                      <a:prstGeom prst="line">
                        <a:avLst/>
                      </a:prstGeom>
                      <a:ln>
                        <a:solidFill>
                          <a:srgbClr val="97979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22" name="Straight Connector 1221">
                        <a:extLst>
                          <a:ext uri="{FF2B5EF4-FFF2-40B4-BE49-F238E27FC236}">
                            <a16:creationId xmlns:a16="http://schemas.microsoft.com/office/drawing/2014/main" id="{19665687-4BB1-3054-A4DF-7DD55A816FE1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7428479" y="3874404"/>
                        <a:ext cx="252541" cy="57946"/>
                      </a:xfrm>
                      <a:prstGeom prst="line">
                        <a:avLst/>
                      </a:prstGeom>
                      <a:ln>
                        <a:solidFill>
                          <a:srgbClr val="97979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223" name="Oval 1222">
                        <a:extLst>
                          <a:ext uri="{FF2B5EF4-FFF2-40B4-BE49-F238E27FC236}">
                            <a16:creationId xmlns:a16="http://schemas.microsoft.com/office/drawing/2014/main" id="{2455732E-4DF7-0795-66E2-57A068C3417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76318" y="4076146"/>
                        <a:ext cx="91453" cy="88309"/>
                      </a:xfrm>
                      <a:prstGeom prst="ellipse">
                        <a:avLst/>
                      </a:prstGeom>
                      <a:solidFill>
                        <a:srgbClr val="857A7B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224" name="Oval 1223">
                        <a:extLst>
                          <a:ext uri="{FF2B5EF4-FFF2-40B4-BE49-F238E27FC236}">
                            <a16:creationId xmlns:a16="http://schemas.microsoft.com/office/drawing/2014/main" id="{DB2E1601-8DD4-F14E-58F7-EF129B6455B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651752" y="3909892"/>
                        <a:ext cx="91453" cy="88309"/>
                      </a:xfrm>
                      <a:prstGeom prst="ellipse">
                        <a:avLst/>
                      </a:prstGeom>
                      <a:solidFill>
                        <a:srgbClr val="857A7B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225" name="Oval 1224">
                        <a:extLst>
                          <a:ext uri="{FF2B5EF4-FFF2-40B4-BE49-F238E27FC236}">
                            <a16:creationId xmlns:a16="http://schemas.microsoft.com/office/drawing/2014/main" id="{D1ECD271-8F75-DA80-432B-BBDA3DF01BA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326129" y="4144641"/>
                        <a:ext cx="91453" cy="88309"/>
                      </a:xfrm>
                      <a:prstGeom prst="ellipse">
                        <a:avLst/>
                      </a:prstGeom>
                      <a:solidFill>
                        <a:srgbClr val="857A7B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226" name="Oval 1225">
                        <a:extLst>
                          <a:ext uri="{FF2B5EF4-FFF2-40B4-BE49-F238E27FC236}">
                            <a16:creationId xmlns:a16="http://schemas.microsoft.com/office/drawing/2014/main" id="{DD271B5B-F7EA-1A24-7A11-3FA9B5FD2A1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72102" y="4480620"/>
                        <a:ext cx="91453" cy="88309"/>
                      </a:xfrm>
                      <a:prstGeom prst="ellipse">
                        <a:avLst/>
                      </a:prstGeom>
                      <a:solidFill>
                        <a:srgbClr val="857A7B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</p:grpSp>
                <p:grpSp>
                  <p:nvGrpSpPr>
                    <p:cNvPr id="1205" name="Group 1204">
                      <a:extLst>
                        <a:ext uri="{FF2B5EF4-FFF2-40B4-BE49-F238E27FC236}">
                          <a16:creationId xmlns:a16="http://schemas.microsoft.com/office/drawing/2014/main" id="{D7783905-E8A6-3275-1DB3-2AF2B4A0366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633611" y="3977633"/>
                      <a:ext cx="1447976" cy="694525"/>
                      <a:chOff x="6711297" y="3874404"/>
                      <a:chExt cx="1447976" cy="694525"/>
                    </a:xfrm>
                  </p:grpSpPr>
                  <p:sp>
                    <p:nvSpPr>
                      <p:cNvPr id="1206" name="Parallelogram 1205">
                        <a:extLst>
                          <a:ext uri="{FF2B5EF4-FFF2-40B4-BE49-F238E27FC236}">
                            <a16:creationId xmlns:a16="http://schemas.microsoft.com/office/drawing/2014/main" id="{2B40844C-20C5-06A6-C835-CE2464AC027A}"/>
                          </a:ext>
                        </a:extLst>
                      </p:cNvPr>
                      <p:cNvSpPr/>
                      <p:nvPr/>
                    </p:nvSpPr>
                    <p:spPr>
                      <a:xfrm rot="19655225">
                        <a:off x="6711297" y="3909725"/>
                        <a:ext cx="1447976" cy="642093"/>
                      </a:xfrm>
                      <a:prstGeom prst="parallelogram">
                        <a:avLst>
                          <a:gd name="adj" fmla="val 55125"/>
                        </a:avLst>
                      </a:prstGeom>
                      <a:solidFill>
                        <a:schemeClr val="bg1"/>
                      </a:solidFill>
                      <a:ln w="38100">
                        <a:solidFill>
                          <a:srgbClr val="857A7B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cxnSp>
                    <p:nvCxnSpPr>
                      <p:cNvPr id="1207" name="Straight Connector 1206">
                        <a:extLst>
                          <a:ext uri="{FF2B5EF4-FFF2-40B4-BE49-F238E27FC236}">
                            <a16:creationId xmlns:a16="http://schemas.microsoft.com/office/drawing/2014/main" id="{A88FBAE6-AA53-488F-E91F-150A3D421122}"/>
                          </a:ext>
                        </a:extLst>
                      </p:cNvPr>
                      <p:cNvCxnSpPr>
                        <a:cxnSpLocks/>
                        <a:endCxn id="1214" idx="2"/>
                      </p:cNvCxnSpPr>
                      <p:nvPr/>
                    </p:nvCxnSpPr>
                    <p:spPr>
                      <a:xfrm>
                        <a:off x="7159101" y="4131631"/>
                        <a:ext cx="167028" cy="57165"/>
                      </a:xfrm>
                      <a:prstGeom prst="line">
                        <a:avLst/>
                      </a:prstGeom>
                      <a:ln>
                        <a:solidFill>
                          <a:srgbClr val="97979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08" name="Straight Connector 1207">
                        <a:extLst>
                          <a:ext uri="{FF2B5EF4-FFF2-40B4-BE49-F238E27FC236}">
                            <a16:creationId xmlns:a16="http://schemas.microsoft.com/office/drawing/2014/main" id="{E38D40A1-F59D-D020-9F99-106472F16B7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7117828" y="4156259"/>
                        <a:ext cx="0" cy="324361"/>
                      </a:xfrm>
                      <a:prstGeom prst="line">
                        <a:avLst/>
                      </a:prstGeom>
                      <a:ln>
                        <a:solidFill>
                          <a:srgbClr val="97979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09" name="Straight Connector 1208">
                        <a:extLst>
                          <a:ext uri="{FF2B5EF4-FFF2-40B4-BE49-F238E27FC236}">
                            <a16:creationId xmlns:a16="http://schemas.microsoft.com/office/drawing/2014/main" id="{E994365A-6E68-D74D-7B28-4293DF039BC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7153539" y="4145523"/>
                        <a:ext cx="101627" cy="129949"/>
                      </a:xfrm>
                      <a:prstGeom prst="line">
                        <a:avLst/>
                      </a:prstGeom>
                      <a:ln>
                        <a:solidFill>
                          <a:srgbClr val="97979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10" name="Straight Connector 1209">
                        <a:extLst>
                          <a:ext uri="{FF2B5EF4-FFF2-40B4-BE49-F238E27FC236}">
                            <a16:creationId xmlns:a16="http://schemas.microsoft.com/office/drawing/2014/main" id="{F218FA48-F5DB-085B-9BAC-314DD6F27E9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7355090" y="3922825"/>
                        <a:ext cx="0" cy="226925"/>
                      </a:xfrm>
                      <a:prstGeom prst="line">
                        <a:avLst/>
                      </a:prstGeom>
                      <a:ln>
                        <a:solidFill>
                          <a:srgbClr val="97979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11" name="Straight Connector 1210">
                        <a:extLst>
                          <a:ext uri="{FF2B5EF4-FFF2-40B4-BE49-F238E27FC236}">
                            <a16:creationId xmlns:a16="http://schemas.microsoft.com/office/drawing/2014/main" id="{4CDF86A0-1B4B-9C1A-D8C3-BC301F9AD431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7428479" y="3874404"/>
                        <a:ext cx="252541" cy="57946"/>
                      </a:xfrm>
                      <a:prstGeom prst="line">
                        <a:avLst/>
                      </a:prstGeom>
                      <a:ln>
                        <a:solidFill>
                          <a:srgbClr val="97979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212" name="Oval 1211">
                        <a:extLst>
                          <a:ext uri="{FF2B5EF4-FFF2-40B4-BE49-F238E27FC236}">
                            <a16:creationId xmlns:a16="http://schemas.microsoft.com/office/drawing/2014/main" id="{31F153AE-FE0E-8695-2FF3-629AE25FB9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76318" y="4076146"/>
                        <a:ext cx="91453" cy="88309"/>
                      </a:xfrm>
                      <a:prstGeom prst="ellipse">
                        <a:avLst/>
                      </a:prstGeom>
                      <a:solidFill>
                        <a:srgbClr val="857A7B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213" name="Oval 1212">
                        <a:extLst>
                          <a:ext uri="{FF2B5EF4-FFF2-40B4-BE49-F238E27FC236}">
                            <a16:creationId xmlns:a16="http://schemas.microsoft.com/office/drawing/2014/main" id="{D1BDD10C-A412-38F2-F97E-313E60E5490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651752" y="3909892"/>
                        <a:ext cx="91453" cy="88309"/>
                      </a:xfrm>
                      <a:prstGeom prst="ellipse">
                        <a:avLst/>
                      </a:prstGeom>
                      <a:solidFill>
                        <a:srgbClr val="857A7B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214" name="Oval 1213">
                        <a:extLst>
                          <a:ext uri="{FF2B5EF4-FFF2-40B4-BE49-F238E27FC236}">
                            <a16:creationId xmlns:a16="http://schemas.microsoft.com/office/drawing/2014/main" id="{7AEA53DA-DF4F-1D42-40FD-D28713D9D09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326129" y="4144641"/>
                        <a:ext cx="91453" cy="88309"/>
                      </a:xfrm>
                      <a:prstGeom prst="ellipse">
                        <a:avLst/>
                      </a:prstGeom>
                      <a:solidFill>
                        <a:srgbClr val="857A7B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215" name="Oval 1214">
                        <a:extLst>
                          <a:ext uri="{FF2B5EF4-FFF2-40B4-BE49-F238E27FC236}">
                            <a16:creationId xmlns:a16="http://schemas.microsoft.com/office/drawing/2014/main" id="{07760F7F-0EE7-CFF8-12D1-BD2F5F0EA7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72102" y="4480620"/>
                        <a:ext cx="91453" cy="88309"/>
                      </a:xfrm>
                      <a:prstGeom prst="ellipse">
                        <a:avLst/>
                      </a:prstGeom>
                      <a:solidFill>
                        <a:srgbClr val="857A7B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</p:grpSp>
                <p:grpSp>
                  <p:nvGrpSpPr>
                    <p:cNvPr id="1204" name="Group 1203">
                      <a:extLst>
                        <a:ext uri="{FF2B5EF4-FFF2-40B4-BE49-F238E27FC236}">
                          <a16:creationId xmlns:a16="http://schemas.microsoft.com/office/drawing/2014/main" id="{372B9645-86C3-2606-4923-8756DC50ECA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770146" y="4153100"/>
                      <a:ext cx="1447976" cy="694525"/>
                      <a:chOff x="6711297" y="3874404"/>
                      <a:chExt cx="1447976" cy="694525"/>
                    </a:xfrm>
                  </p:grpSpPr>
                  <p:sp>
                    <p:nvSpPr>
                      <p:cNvPr id="1192" name="Parallelogram 1191">
                        <a:extLst>
                          <a:ext uri="{FF2B5EF4-FFF2-40B4-BE49-F238E27FC236}">
                            <a16:creationId xmlns:a16="http://schemas.microsoft.com/office/drawing/2014/main" id="{099D61A8-6C19-CAAE-8FF7-11B78C13D320}"/>
                          </a:ext>
                        </a:extLst>
                      </p:cNvPr>
                      <p:cNvSpPr/>
                      <p:nvPr/>
                    </p:nvSpPr>
                    <p:spPr>
                      <a:xfrm rot="19655225">
                        <a:off x="6711297" y="3909725"/>
                        <a:ext cx="1447976" cy="642093"/>
                      </a:xfrm>
                      <a:prstGeom prst="parallelogram">
                        <a:avLst>
                          <a:gd name="adj" fmla="val 55125"/>
                        </a:avLst>
                      </a:prstGeom>
                      <a:solidFill>
                        <a:schemeClr val="bg1"/>
                      </a:solidFill>
                      <a:ln w="38100">
                        <a:solidFill>
                          <a:srgbClr val="857A7B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cxnSp>
                    <p:nvCxnSpPr>
                      <p:cNvPr id="1193" name="Straight Connector 1192">
                        <a:extLst>
                          <a:ext uri="{FF2B5EF4-FFF2-40B4-BE49-F238E27FC236}">
                            <a16:creationId xmlns:a16="http://schemas.microsoft.com/office/drawing/2014/main" id="{3F1AC30B-2159-8A4F-AFC3-952EFDD1997F}"/>
                          </a:ext>
                        </a:extLst>
                      </p:cNvPr>
                      <p:cNvCxnSpPr>
                        <a:cxnSpLocks/>
                        <a:endCxn id="1200" idx="2"/>
                      </p:cNvCxnSpPr>
                      <p:nvPr/>
                    </p:nvCxnSpPr>
                    <p:spPr>
                      <a:xfrm>
                        <a:off x="7159101" y="4131631"/>
                        <a:ext cx="167028" cy="57165"/>
                      </a:xfrm>
                      <a:prstGeom prst="line">
                        <a:avLst/>
                      </a:prstGeom>
                      <a:ln>
                        <a:solidFill>
                          <a:srgbClr val="97979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94" name="Straight Connector 1193">
                        <a:extLst>
                          <a:ext uri="{FF2B5EF4-FFF2-40B4-BE49-F238E27FC236}">
                            <a16:creationId xmlns:a16="http://schemas.microsoft.com/office/drawing/2014/main" id="{1D73BAA2-80EE-56DD-4010-30D064096AE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7117828" y="4156259"/>
                        <a:ext cx="0" cy="324361"/>
                      </a:xfrm>
                      <a:prstGeom prst="line">
                        <a:avLst/>
                      </a:prstGeom>
                      <a:ln>
                        <a:solidFill>
                          <a:srgbClr val="97979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95" name="Straight Connector 1194">
                        <a:extLst>
                          <a:ext uri="{FF2B5EF4-FFF2-40B4-BE49-F238E27FC236}">
                            <a16:creationId xmlns:a16="http://schemas.microsoft.com/office/drawing/2014/main" id="{836E4DB3-7FF0-AB80-E43F-B8A23C52A041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7153539" y="4145523"/>
                        <a:ext cx="101627" cy="129949"/>
                      </a:xfrm>
                      <a:prstGeom prst="line">
                        <a:avLst/>
                      </a:prstGeom>
                      <a:ln>
                        <a:solidFill>
                          <a:srgbClr val="97979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96" name="Straight Connector 1195">
                        <a:extLst>
                          <a:ext uri="{FF2B5EF4-FFF2-40B4-BE49-F238E27FC236}">
                            <a16:creationId xmlns:a16="http://schemas.microsoft.com/office/drawing/2014/main" id="{98D89FC2-96C9-E30D-3FC2-5F380B7C1273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7355090" y="3922825"/>
                        <a:ext cx="0" cy="226925"/>
                      </a:xfrm>
                      <a:prstGeom prst="line">
                        <a:avLst/>
                      </a:prstGeom>
                      <a:ln>
                        <a:solidFill>
                          <a:srgbClr val="97979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97" name="Straight Connector 1196">
                        <a:extLst>
                          <a:ext uri="{FF2B5EF4-FFF2-40B4-BE49-F238E27FC236}">
                            <a16:creationId xmlns:a16="http://schemas.microsoft.com/office/drawing/2014/main" id="{87001ECC-0D9A-925E-A481-CD42165D73B8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7428479" y="3874404"/>
                        <a:ext cx="252541" cy="57946"/>
                      </a:xfrm>
                      <a:prstGeom prst="line">
                        <a:avLst/>
                      </a:prstGeom>
                      <a:ln>
                        <a:solidFill>
                          <a:srgbClr val="97979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198" name="Oval 1197">
                        <a:extLst>
                          <a:ext uri="{FF2B5EF4-FFF2-40B4-BE49-F238E27FC236}">
                            <a16:creationId xmlns:a16="http://schemas.microsoft.com/office/drawing/2014/main" id="{9FEC6C6C-4AFF-346A-1DA0-4F8F51BC47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76318" y="4076146"/>
                        <a:ext cx="91453" cy="88309"/>
                      </a:xfrm>
                      <a:prstGeom prst="ellipse">
                        <a:avLst/>
                      </a:prstGeom>
                      <a:solidFill>
                        <a:srgbClr val="857A7B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199" name="Oval 1198">
                        <a:extLst>
                          <a:ext uri="{FF2B5EF4-FFF2-40B4-BE49-F238E27FC236}">
                            <a16:creationId xmlns:a16="http://schemas.microsoft.com/office/drawing/2014/main" id="{F83CDF05-D037-18F1-6473-7B8FB359D7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651752" y="3909892"/>
                        <a:ext cx="91453" cy="88309"/>
                      </a:xfrm>
                      <a:prstGeom prst="ellipse">
                        <a:avLst/>
                      </a:prstGeom>
                      <a:solidFill>
                        <a:srgbClr val="857A7B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200" name="Oval 1199">
                        <a:extLst>
                          <a:ext uri="{FF2B5EF4-FFF2-40B4-BE49-F238E27FC236}">
                            <a16:creationId xmlns:a16="http://schemas.microsoft.com/office/drawing/2014/main" id="{3F2718B4-EB8C-135A-35A4-89202B6FB49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326129" y="4144641"/>
                        <a:ext cx="91453" cy="88309"/>
                      </a:xfrm>
                      <a:prstGeom prst="ellipse">
                        <a:avLst/>
                      </a:prstGeom>
                      <a:solidFill>
                        <a:srgbClr val="857A7B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201" name="Oval 1200">
                        <a:extLst>
                          <a:ext uri="{FF2B5EF4-FFF2-40B4-BE49-F238E27FC236}">
                            <a16:creationId xmlns:a16="http://schemas.microsoft.com/office/drawing/2014/main" id="{A32B32F8-6D98-D194-414D-900DC9BA807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72102" y="4480620"/>
                        <a:ext cx="91453" cy="88309"/>
                      </a:xfrm>
                      <a:prstGeom prst="ellipse">
                        <a:avLst/>
                      </a:prstGeom>
                      <a:solidFill>
                        <a:srgbClr val="857A7B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</p:grpSp>
                <p:grpSp>
                  <p:nvGrpSpPr>
                    <p:cNvPr id="1203" name="Group 1202">
                      <a:extLst>
                        <a:ext uri="{FF2B5EF4-FFF2-40B4-BE49-F238E27FC236}">
                          <a16:creationId xmlns:a16="http://schemas.microsoft.com/office/drawing/2014/main" id="{41A0AC05-ED53-48D7-4F54-E6E903BFF85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920894" y="4319350"/>
                      <a:ext cx="1447976" cy="694525"/>
                      <a:chOff x="3920894" y="4319350"/>
                      <a:chExt cx="1447976" cy="694525"/>
                    </a:xfrm>
                  </p:grpSpPr>
                  <p:sp>
                    <p:nvSpPr>
                      <p:cNvPr id="1151" name="Parallelogram 1150">
                        <a:extLst>
                          <a:ext uri="{FF2B5EF4-FFF2-40B4-BE49-F238E27FC236}">
                            <a16:creationId xmlns:a16="http://schemas.microsoft.com/office/drawing/2014/main" id="{BDA8DB8B-F22A-2F8A-647C-1711034BAA8D}"/>
                          </a:ext>
                        </a:extLst>
                      </p:cNvPr>
                      <p:cNvSpPr/>
                      <p:nvPr/>
                    </p:nvSpPr>
                    <p:spPr>
                      <a:xfrm rot="19655225">
                        <a:off x="3920894" y="4354671"/>
                        <a:ext cx="1447976" cy="642093"/>
                      </a:xfrm>
                      <a:prstGeom prst="parallelogram">
                        <a:avLst>
                          <a:gd name="adj" fmla="val 55125"/>
                        </a:avLst>
                      </a:prstGeom>
                      <a:solidFill>
                        <a:schemeClr val="bg1"/>
                      </a:solidFill>
                      <a:ln w="38100">
                        <a:solidFill>
                          <a:srgbClr val="857A7B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grpSp>
                    <p:nvGrpSpPr>
                      <p:cNvPr id="1202" name="Group 1201">
                        <a:extLst>
                          <a:ext uri="{FF2B5EF4-FFF2-40B4-BE49-F238E27FC236}">
                            <a16:creationId xmlns:a16="http://schemas.microsoft.com/office/drawing/2014/main" id="{ED915219-FA33-90AB-AA87-6CD7E6344D8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281699" y="4319350"/>
                        <a:ext cx="671103" cy="694525"/>
                        <a:chOff x="4281699" y="4319350"/>
                        <a:chExt cx="671103" cy="694525"/>
                      </a:xfrm>
                    </p:grpSpPr>
                    <p:cxnSp>
                      <p:nvCxnSpPr>
                        <p:cNvPr id="1156" name="Straight Connector 1155">
                          <a:extLst>
                            <a:ext uri="{FF2B5EF4-FFF2-40B4-BE49-F238E27FC236}">
                              <a16:creationId xmlns:a16="http://schemas.microsoft.com/office/drawing/2014/main" id="{1DA54835-FD4C-BFB8-E00F-AFF7516EEE0F}"/>
                            </a:ext>
                          </a:extLst>
                        </p:cNvPr>
                        <p:cNvCxnSpPr>
                          <a:cxnSpLocks/>
                          <a:endCxn id="1149" idx="2"/>
                        </p:cNvCxnSpPr>
                        <p:nvPr/>
                      </p:nvCxnSpPr>
                      <p:spPr>
                        <a:xfrm>
                          <a:off x="4368698" y="4576577"/>
                          <a:ext cx="167028" cy="57165"/>
                        </a:xfrm>
                        <a:prstGeom prst="line">
                          <a:avLst/>
                        </a:prstGeom>
                        <a:ln>
                          <a:solidFill>
                            <a:srgbClr val="979797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158" name="Straight Connector 1157">
                          <a:extLst>
                            <a:ext uri="{FF2B5EF4-FFF2-40B4-BE49-F238E27FC236}">
                              <a16:creationId xmlns:a16="http://schemas.microsoft.com/office/drawing/2014/main" id="{2CCD9FA2-D5EB-4479-3DF5-6E91FE69DEBF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4327425" y="4601205"/>
                          <a:ext cx="0" cy="324361"/>
                        </a:xfrm>
                        <a:prstGeom prst="line">
                          <a:avLst/>
                        </a:prstGeom>
                        <a:ln>
                          <a:solidFill>
                            <a:srgbClr val="979797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161" name="Straight Connector 1160">
                          <a:extLst>
                            <a:ext uri="{FF2B5EF4-FFF2-40B4-BE49-F238E27FC236}">
                              <a16:creationId xmlns:a16="http://schemas.microsoft.com/office/drawing/2014/main" id="{2A565FDF-6A00-8DE6-C0F7-50E87D22E39B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4363136" y="4590469"/>
                          <a:ext cx="101627" cy="129949"/>
                        </a:xfrm>
                        <a:prstGeom prst="line">
                          <a:avLst/>
                        </a:prstGeom>
                        <a:ln>
                          <a:solidFill>
                            <a:srgbClr val="979797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164" name="Straight Connector 1163">
                          <a:extLst>
                            <a:ext uri="{FF2B5EF4-FFF2-40B4-BE49-F238E27FC236}">
                              <a16:creationId xmlns:a16="http://schemas.microsoft.com/office/drawing/2014/main" id="{6A075CCB-6491-EDD5-705D-A01E96E2D5CC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4564687" y="4367771"/>
                          <a:ext cx="0" cy="226925"/>
                        </a:xfrm>
                        <a:prstGeom prst="line">
                          <a:avLst/>
                        </a:prstGeom>
                        <a:ln>
                          <a:solidFill>
                            <a:srgbClr val="979797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167" name="Straight Connector 1166">
                          <a:extLst>
                            <a:ext uri="{FF2B5EF4-FFF2-40B4-BE49-F238E27FC236}">
                              <a16:creationId xmlns:a16="http://schemas.microsoft.com/office/drawing/2014/main" id="{5BB34C12-4297-5380-1908-CF93379FE62A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4638076" y="4319350"/>
                          <a:ext cx="252541" cy="57946"/>
                        </a:xfrm>
                        <a:prstGeom prst="line">
                          <a:avLst/>
                        </a:prstGeom>
                        <a:ln>
                          <a:solidFill>
                            <a:srgbClr val="979797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1147" name="Oval 1146">
                          <a:extLst>
                            <a:ext uri="{FF2B5EF4-FFF2-40B4-BE49-F238E27FC236}">
                              <a16:creationId xmlns:a16="http://schemas.microsoft.com/office/drawing/2014/main" id="{F59EE9F5-04E1-C938-81BF-B3DF5A5D695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285915" y="4521092"/>
                          <a:ext cx="91453" cy="88309"/>
                        </a:xfrm>
                        <a:prstGeom prst="ellipse">
                          <a:avLst/>
                        </a:prstGeom>
                        <a:solidFill>
                          <a:srgbClr val="857A7B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sp>
                      <p:nvSpPr>
                        <p:cNvPr id="1148" name="Oval 1147">
                          <a:extLst>
                            <a:ext uri="{FF2B5EF4-FFF2-40B4-BE49-F238E27FC236}">
                              <a16:creationId xmlns:a16="http://schemas.microsoft.com/office/drawing/2014/main" id="{34006F42-BCC7-F329-2352-9B0A886EF5B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861349" y="4354838"/>
                          <a:ext cx="91453" cy="88309"/>
                        </a:xfrm>
                        <a:prstGeom prst="ellipse">
                          <a:avLst/>
                        </a:prstGeom>
                        <a:solidFill>
                          <a:srgbClr val="857A7B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sp>
                      <p:nvSpPr>
                        <p:cNvPr id="1149" name="Oval 1148">
                          <a:extLst>
                            <a:ext uri="{FF2B5EF4-FFF2-40B4-BE49-F238E27FC236}">
                              <a16:creationId xmlns:a16="http://schemas.microsoft.com/office/drawing/2014/main" id="{BE45C986-1E64-F29D-8E89-07A62BB177C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535726" y="4589587"/>
                          <a:ext cx="91453" cy="88309"/>
                        </a:xfrm>
                        <a:prstGeom prst="ellipse">
                          <a:avLst/>
                        </a:prstGeom>
                        <a:solidFill>
                          <a:srgbClr val="857A7B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sp>
                      <p:nvSpPr>
                        <p:cNvPr id="1150" name="Oval 1149">
                          <a:extLst>
                            <a:ext uri="{FF2B5EF4-FFF2-40B4-BE49-F238E27FC236}">
                              <a16:creationId xmlns:a16="http://schemas.microsoft.com/office/drawing/2014/main" id="{D1C4BFC4-3D10-8D0B-B0A0-22C4495604A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281699" y="4925566"/>
                          <a:ext cx="91453" cy="88309"/>
                        </a:xfrm>
                        <a:prstGeom prst="ellipse">
                          <a:avLst/>
                        </a:prstGeom>
                        <a:solidFill>
                          <a:srgbClr val="857A7B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</p:grpSp>
                </p:grpSp>
                <p:grpSp>
                  <p:nvGrpSpPr>
                    <p:cNvPr id="1155" name="Group 1154">
                      <a:extLst>
                        <a:ext uri="{FF2B5EF4-FFF2-40B4-BE49-F238E27FC236}">
                          <a16:creationId xmlns:a16="http://schemas.microsoft.com/office/drawing/2014/main" id="{249B75B9-4BC3-3297-0878-0FA75060B01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15712" y="4558896"/>
                      <a:ext cx="1447976" cy="661449"/>
                      <a:chOff x="4124326" y="4565108"/>
                      <a:chExt cx="1447976" cy="661449"/>
                    </a:xfrm>
                  </p:grpSpPr>
                  <p:sp>
                    <p:nvSpPr>
                      <p:cNvPr id="1091" name="Parallelogram 1090">
                        <a:extLst>
                          <a:ext uri="{FF2B5EF4-FFF2-40B4-BE49-F238E27FC236}">
                            <a16:creationId xmlns:a16="http://schemas.microsoft.com/office/drawing/2014/main" id="{A77E3CDF-C2FD-BECA-3A25-EC4F22AFBAF4}"/>
                          </a:ext>
                        </a:extLst>
                      </p:cNvPr>
                      <p:cNvSpPr/>
                      <p:nvPr/>
                    </p:nvSpPr>
                    <p:spPr>
                      <a:xfrm rot="19655225">
                        <a:off x="4124326" y="4565108"/>
                        <a:ext cx="1447976" cy="642093"/>
                      </a:xfrm>
                      <a:prstGeom prst="parallelogram">
                        <a:avLst>
                          <a:gd name="adj" fmla="val 55125"/>
                        </a:avLst>
                      </a:prstGeom>
                      <a:solidFill>
                        <a:schemeClr val="bg1"/>
                      </a:solidFill>
                      <a:ln w="38100">
                        <a:solidFill>
                          <a:srgbClr val="857A7B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cxnSp>
                    <p:nvCxnSpPr>
                      <p:cNvPr id="1104" name="Straight Connector 1103">
                        <a:extLst>
                          <a:ext uri="{FF2B5EF4-FFF2-40B4-BE49-F238E27FC236}">
                            <a16:creationId xmlns:a16="http://schemas.microsoft.com/office/drawing/2014/main" id="{35F8D4F2-213F-65C4-D2F0-22577E5ED588}"/>
                          </a:ext>
                        </a:extLst>
                      </p:cNvPr>
                      <p:cNvCxnSpPr>
                        <a:cxnSpLocks/>
                        <a:endCxn id="1100" idx="3"/>
                      </p:cNvCxnSpPr>
                      <p:nvPr/>
                    </p:nvCxnSpPr>
                    <p:spPr>
                      <a:xfrm flipV="1">
                        <a:off x="4596735" y="4672809"/>
                        <a:ext cx="111959" cy="122300"/>
                      </a:xfrm>
                      <a:prstGeom prst="line">
                        <a:avLst/>
                      </a:prstGeom>
                      <a:ln>
                        <a:solidFill>
                          <a:srgbClr val="97979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08" name="Straight Connector 1107">
                        <a:extLst>
                          <a:ext uri="{FF2B5EF4-FFF2-40B4-BE49-F238E27FC236}">
                            <a16:creationId xmlns:a16="http://schemas.microsoft.com/office/drawing/2014/main" id="{B00B4759-D063-7513-F3B5-23105C848425}"/>
                          </a:ext>
                        </a:extLst>
                      </p:cNvPr>
                      <p:cNvCxnSpPr>
                        <a:cxnSpLocks/>
                        <a:endCxn id="1097" idx="0"/>
                      </p:cNvCxnSpPr>
                      <p:nvPr/>
                    </p:nvCxnSpPr>
                    <p:spPr>
                      <a:xfrm>
                        <a:off x="4762426" y="4681930"/>
                        <a:ext cx="25071" cy="153431"/>
                      </a:xfrm>
                      <a:prstGeom prst="line">
                        <a:avLst/>
                      </a:prstGeom>
                      <a:ln>
                        <a:solidFill>
                          <a:srgbClr val="97979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11" name="Straight Connector 1110">
                        <a:extLst>
                          <a:ext uri="{FF2B5EF4-FFF2-40B4-BE49-F238E27FC236}">
                            <a16:creationId xmlns:a16="http://schemas.microsoft.com/office/drawing/2014/main" id="{2B77B5BD-6C0A-2E58-FA62-FAA8A40C7525}"/>
                          </a:ext>
                        </a:extLst>
                      </p:cNvPr>
                      <p:cNvCxnSpPr>
                        <a:cxnSpLocks/>
                        <a:endCxn id="1098" idx="2"/>
                      </p:cNvCxnSpPr>
                      <p:nvPr/>
                    </p:nvCxnSpPr>
                    <p:spPr>
                      <a:xfrm>
                        <a:off x="4830501" y="4863614"/>
                        <a:ext cx="278449" cy="32468"/>
                      </a:xfrm>
                      <a:prstGeom prst="line">
                        <a:avLst/>
                      </a:prstGeom>
                      <a:ln>
                        <a:solidFill>
                          <a:srgbClr val="97979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15" name="Straight Connector 1114">
                        <a:extLst>
                          <a:ext uri="{FF2B5EF4-FFF2-40B4-BE49-F238E27FC236}">
                            <a16:creationId xmlns:a16="http://schemas.microsoft.com/office/drawing/2014/main" id="{C93678F9-7EB4-2784-F692-892726672E87}"/>
                          </a:ext>
                        </a:extLst>
                      </p:cNvPr>
                      <p:cNvCxnSpPr>
                        <a:cxnSpLocks/>
                        <a:endCxn id="1099" idx="3"/>
                      </p:cNvCxnSpPr>
                      <p:nvPr/>
                    </p:nvCxnSpPr>
                    <p:spPr>
                      <a:xfrm flipV="1">
                        <a:off x="4833580" y="4713059"/>
                        <a:ext cx="203320" cy="327343"/>
                      </a:xfrm>
                      <a:prstGeom prst="line">
                        <a:avLst/>
                      </a:prstGeom>
                      <a:ln>
                        <a:solidFill>
                          <a:srgbClr val="97979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17" name="Straight Connector 1116">
                        <a:extLst>
                          <a:ext uri="{FF2B5EF4-FFF2-40B4-BE49-F238E27FC236}">
                            <a16:creationId xmlns:a16="http://schemas.microsoft.com/office/drawing/2014/main" id="{54C5CE0F-5B38-9FDD-E874-7E7FA9555EA7}"/>
                          </a:ext>
                        </a:extLst>
                      </p:cNvPr>
                      <p:cNvCxnSpPr>
                        <a:cxnSpLocks/>
                        <a:stCxn id="1101" idx="7"/>
                        <a:endCxn id="1098" idx="2"/>
                      </p:cNvCxnSpPr>
                      <p:nvPr/>
                    </p:nvCxnSpPr>
                    <p:spPr>
                      <a:xfrm flipV="1">
                        <a:off x="4840820" y="4896082"/>
                        <a:ext cx="268130" cy="147279"/>
                      </a:xfrm>
                      <a:prstGeom prst="line">
                        <a:avLst/>
                      </a:prstGeom>
                      <a:ln>
                        <a:solidFill>
                          <a:srgbClr val="97979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20" name="Straight Connector 1119">
                        <a:extLst>
                          <a:ext uri="{FF2B5EF4-FFF2-40B4-BE49-F238E27FC236}">
                            <a16:creationId xmlns:a16="http://schemas.microsoft.com/office/drawing/2014/main" id="{53E0E96D-572E-7EB7-BC41-FA4BF9F99B99}"/>
                          </a:ext>
                        </a:extLst>
                      </p:cNvPr>
                      <p:cNvCxnSpPr>
                        <a:cxnSpLocks/>
                        <a:endCxn id="1097" idx="3"/>
                      </p:cNvCxnSpPr>
                      <p:nvPr/>
                    </p:nvCxnSpPr>
                    <p:spPr>
                      <a:xfrm flipV="1">
                        <a:off x="4590503" y="4939019"/>
                        <a:ext cx="153990" cy="180398"/>
                      </a:xfrm>
                      <a:prstGeom prst="line">
                        <a:avLst/>
                      </a:prstGeom>
                      <a:ln>
                        <a:solidFill>
                          <a:srgbClr val="97979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22" name="Straight Connector 1121">
                        <a:extLst>
                          <a:ext uri="{FF2B5EF4-FFF2-40B4-BE49-F238E27FC236}">
                            <a16:creationId xmlns:a16="http://schemas.microsoft.com/office/drawing/2014/main" id="{B7860E12-2929-A604-3522-A09CDE1BD5F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607290" y="5178396"/>
                        <a:ext cx="362435" cy="5916"/>
                      </a:xfrm>
                      <a:prstGeom prst="line">
                        <a:avLst/>
                      </a:prstGeom>
                      <a:ln>
                        <a:solidFill>
                          <a:srgbClr val="97979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26" name="Straight Connector 1125">
                        <a:extLst>
                          <a:ext uri="{FF2B5EF4-FFF2-40B4-BE49-F238E27FC236}">
                            <a16:creationId xmlns:a16="http://schemas.microsoft.com/office/drawing/2014/main" id="{44E1232A-196C-2A36-6DB2-AF76391C6BAB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848314" y="5099381"/>
                        <a:ext cx="128053" cy="69045"/>
                      </a:xfrm>
                      <a:prstGeom prst="line">
                        <a:avLst/>
                      </a:prstGeom>
                      <a:ln>
                        <a:solidFill>
                          <a:srgbClr val="97979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28" name="Straight Connector 1127">
                        <a:extLst>
                          <a:ext uri="{FF2B5EF4-FFF2-40B4-BE49-F238E27FC236}">
                            <a16:creationId xmlns:a16="http://schemas.microsoft.com/office/drawing/2014/main" id="{1D86B135-030B-3893-EEDC-233B7A83D450}"/>
                          </a:ext>
                        </a:extLst>
                      </p:cNvPr>
                      <p:cNvCxnSpPr>
                        <a:cxnSpLocks/>
                        <a:endCxn id="1101" idx="1"/>
                      </p:cNvCxnSpPr>
                      <p:nvPr/>
                    </p:nvCxnSpPr>
                    <p:spPr>
                      <a:xfrm>
                        <a:off x="4590603" y="4882683"/>
                        <a:ext cx="164209" cy="160678"/>
                      </a:xfrm>
                      <a:prstGeom prst="line">
                        <a:avLst/>
                      </a:prstGeom>
                      <a:ln>
                        <a:solidFill>
                          <a:srgbClr val="97979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30" name="Straight Connector 1129">
                        <a:extLst>
                          <a:ext uri="{FF2B5EF4-FFF2-40B4-BE49-F238E27FC236}">
                            <a16:creationId xmlns:a16="http://schemas.microsoft.com/office/drawing/2014/main" id="{A3610238-E1D7-7035-05C8-3304BF40497C}"/>
                          </a:ext>
                        </a:extLst>
                      </p:cNvPr>
                      <p:cNvCxnSpPr>
                        <a:cxnSpLocks/>
                        <a:endCxn id="1102" idx="0"/>
                      </p:cNvCxnSpPr>
                      <p:nvPr/>
                    </p:nvCxnSpPr>
                    <p:spPr>
                      <a:xfrm>
                        <a:off x="4540239" y="4882846"/>
                        <a:ext cx="18209" cy="222268"/>
                      </a:xfrm>
                      <a:prstGeom prst="line">
                        <a:avLst/>
                      </a:prstGeom>
                      <a:ln>
                        <a:solidFill>
                          <a:srgbClr val="97979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32" name="Straight Connector 1131">
                        <a:extLst>
                          <a:ext uri="{FF2B5EF4-FFF2-40B4-BE49-F238E27FC236}">
                            <a16:creationId xmlns:a16="http://schemas.microsoft.com/office/drawing/2014/main" id="{F4D9E6A4-1949-87DB-D12A-6921C421257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596528" y="5112133"/>
                        <a:ext cx="146963" cy="56008"/>
                      </a:xfrm>
                      <a:prstGeom prst="line">
                        <a:avLst/>
                      </a:prstGeom>
                      <a:ln>
                        <a:solidFill>
                          <a:srgbClr val="97979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35" name="Straight Connector 1134">
                        <a:extLst>
                          <a:ext uri="{FF2B5EF4-FFF2-40B4-BE49-F238E27FC236}">
                            <a16:creationId xmlns:a16="http://schemas.microsoft.com/office/drawing/2014/main" id="{E077D132-CE8B-C09D-A53E-AF35959621B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590365" y="4834176"/>
                        <a:ext cx="238899" cy="61907"/>
                      </a:xfrm>
                      <a:prstGeom prst="line">
                        <a:avLst/>
                      </a:prstGeom>
                      <a:ln>
                        <a:solidFill>
                          <a:srgbClr val="97979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37" name="Straight Connector 1136">
                        <a:extLst>
                          <a:ext uri="{FF2B5EF4-FFF2-40B4-BE49-F238E27FC236}">
                            <a16:creationId xmlns:a16="http://schemas.microsoft.com/office/drawing/2014/main" id="{F38959C4-222D-6371-256C-D2415B7AE6AF}"/>
                          </a:ext>
                        </a:extLst>
                      </p:cNvPr>
                      <p:cNvCxnSpPr>
                        <a:cxnSpLocks/>
                        <a:endCxn id="1099" idx="2"/>
                      </p:cNvCxnSpPr>
                      <p:nvPr/>
                    </p:nvCxnSpPr>
                    <p:spPr>
                      <a:xfrm>
                        <a:off x="4808555" y="4629007"/>
                        <a:ext cx="210532" cy="41116"/>
                      </a:xfrm>
                      <a:prstGeom prst="line">
                        <a:avLst/>
                      </a:prstGeom>
                      <a:ln>
                        <a:solidFill>
                          <a:srgbClr val="97979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39" name="Straight Connector 1138">
                        <a:extLst>
                          <a:ext uri="{FF2B5EF4-FFF2-40B4-BE49-F238E27FC236}">
                            <a16:creationId xmlns:a16="http://schemas.microsoft.com/office/drawing/2014/main" id="{D8C48D0E-89AA-C7DC-FEA6-CDCE4FC5A6B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5084587" y="4720280"/>
                        <a:ext cx="56134" cy="113896"/>
                      </a:xfrm>
                      <a:prstGeom prst="line">
                        <a:avLst/>
                      </a:prstGeom>
                      <a:ln>
                        <a:solidFill>
                          <a:srgbClr val="97979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42" name="Straight Connector 1141">
                        <a:extLst>
                          <a:ext uri="{FF2B5EF4-FFF2-40B4-BE49-F238E27FC236}">
                            <a16:creationId xmlns:a16="http://schemas.microsoft.com/office/drawing/2014/main" id="{53CF815B-8E67-2C5A-2AAE-06E97B255A8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5100532" y="4932900"/>
                        <a:ext cx="51184" cy="166481"/>
                      </a:xfrm>
                      <a:prstGeom prst="line">
                        <a:avLst/>
                      </a:prstGeom>
                      <a:ln>
                        <a:solidFill>
                          <a:srgbClr val="97979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44" name="Straight Connector 1143">
                        <a:extLst>
                          <a:ext uri="{FF2B5EF4-FFF2-40B4-BE49-F238E27FC236}">
                            <a16:creationId xmlns:a16="http://schemas.microsoft.com/office/drawing/2014/main" id="{6EFA433B-86DF-C309-A5F5-CDAF09CC26B2}"/>
                          </a:ext>
                        </a:extLst>
                      </p:cNvPr>
                      <p:cNvCxnSpPr>
                        <a:cxnSpLocks/>
                        <a:endCxn id="1101" idx="0"/>
                      </p:cNvCxnSpPr>
                      <p:nvPr/>
                    </p:nvCxnSpPr>
                    <p:spPr>
                      <a:xfrm flipH="1">
                        <a:off x="4797816" y="4942335"/>
                        <a:ext cx="2177" cy="83241"/>
                      </a:xfrm>
                      <a:prstGeom prst="line">
                        <a:avLst/>
                      </a:prstGeom>
                      <a:ln>
                        <a:solidFill>
                          <a:srgbClr val="97979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096" name="Oval 1095">
                        <a:extLst>
                          <a:ext uri="{FF2B5EF4-FFF2-40B4-BE49-F238E27FC236}">
                            <a16:creationId xmlns:a16="http://schemas.microsoft.com/office/drawing/2014/main" id="{32020C36-F9E5-5F77-3E73-B9A0A62B24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97631" y="4774640"/>
                        <a:ext cx="121634" cy="121443"/>
                      </a:xfrm>
                      <a:prstGeom prst="ellipse">
                        <a:avLst/>
                      </a:prstGeom>
                      <a:solidFill>
                        <a:srgbClr val="857A7B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097" name="Oval 1096">
                        <a:extLst>
                          <a:ext uri="{FF2B5EF4-FFF2-40B4-BE49-F238E27FC236}">
                            <a16:creationId xmlns:a16="http://schemas.microsoft.com/office/drawing/2014/main" id="{C3A770F9-2023-76B8-0C67-EFED0FED56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26680" y="4835361"/>
                        <a:ext cx="121634" cy="121443"/>
                      </a:xfrm>
                      <a:prstGeom prst="ellipse">
                        <a:avLst/>
                      </a:prstGeom>
                      <a:solidFill>
                        <a:srgbClr val="857A7B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098" name="Oval 1097">
                        <a:extLst>
                          <a:ext uri="{FF2B5EF4-FFF2-40B4-BE49-F238E27FC236}">
                            <a16:creationId xmlns:a16="http://schemas.microsoft.com/office/drawing/2014/main" id="{9659219D-C6D6-B6DC-E964-834A65B571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108950" y="4835360"/>
                        <a:ext cx="121634" cy="121443"/>
                      </a:xfrm>
                      <a:prstGeom prst="ellipse">
                        <a:avLst/>
                      </a:prstGeom>
                      <a:solidFill>
                        <a:srgbClr val="857A7B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099" name="Oval 1098">
                        <a:extLst>
                          <a:ext uri="{FF2B5EF4-FFF2-40B4-BE49-F238E27FC236}">
                            <a16:creationId xmlns:a16="http://schemas.microsoft.com/office/drawing/2014/main" id="{6343AB67-9E70-67AF-4163-65C9940E638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019087" y="4609401"/>
                        <a:ext cx="121634" cy="121443"/>
                      </a:xfrm>
                      <a:prstGeom prst="ellipse">
                        <a:avLst/>
                      </a:prstGeom>
                      <a:solidFill>
                        <a:srgbClr val="857A7B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100" name="Oval 1099">
                        <a:extLst>
                          <a:ext uri="{FF2B5EF4-FFF2-40B4-BE49-F238E27FC236}">
                            <a16:creationId xmlns:a16="http://schemas.microsoft.com/office/drawing/2014/main" id="{C951E95C-B628-B1E2-91C7-197D00FDBAF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0881" y="4569151"/>
                        <a:ext cx="121634" cy="121443"/>
                      </a:xfrm>
                      <a:prstGeom prst="ellipse">
                        <a:avLst/>
                      </a:prstGeom>
                      <a:solidFill>
                        <a:srgbClr val="857A7B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101" name="Oval 1100">
                        <a:extLst>
                          <a:ext uri="{FF2B5EF4-FFF2-40B4-BE49-F238E27FC236}">
                            <a16:creationId xmlns:a16="http://schemas.microsoft.com/office/drawing/2014/main" id="{7F20CD32-FB4F-6FE0-5B5E-D089C80A701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999" y="5025576"/>
                        <a:ext cx="121634" cy="121443"/>
                      </a:xfrm>
                      <a:prstGeom prst="ellipse">
                        <a:avLst/>
                      </a:prstGeom>
                      <a:solidFill>
                        <a:srgbClr val="857A7B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102" name="Oval 1101">
                        <a:extLst>
                          <a:ext uri="{FF2B5EF4-FFF2-40B4-BE49-F238E27FC236}">
                            <a16:creationId xmlns:a16="http://schemas.microsoft.com/office/drawing/2014/main" id="{AA01EEAD-4F4D-691A-6C73-3C9E14A5002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97631" y="5105114"/>
                        <a:ext cx="121634" cy="121443"/>
                      </a:xfrm>
                      <a:prstGeom prst="ellipse">
                        <a:avLst/>
                      </a:prstGeom>
                      <a:solidFill>
                        <a:srgbClr val="857A7B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</p:grpSp>
              </p:grpSp>
            </p:grpSp>
            <p:cxnSp>
              <p:nvCxnSpPr>
                <p:cNvPr id="1285" name="Straight Arrow Connector 1284">
                  <a:extLst>
                    <a:ext uri="{FF2B5EF4-FFF2-40B4-BE49-F238E27FC236}">
                      <a16:creationId xmlns:a16="http://schemas.microsoft.com/office/drawing/2014/main" id="{630A4877-74A2-9799-9695-1846EA7A68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47691" y="2033507"/>
                  <a:ext cx="369604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300" name="Group 1299">
                  <a:extLst>
                    <a:ext uri="{FF2B5EF4-FFF2-40B4-BE49-F238E27FC236}">
                      <a16:creationId xmlns:a16="http://schemas.microsoft.com/office/drawing/2014/main" id="{472D1103-E02B-2E01-8A43-DBF90242536D}"/>
                    </a:ext>
                  </a:extLst>
                </p:cNvPr>
                <p:cNvGrpSpPr/>
                <p:nvPr/>
              </p:nvGrpSpPr>
              <p:grpSpPr>
                <a:xfrm>
                  <a:off x="7545450" y="1168669"/>
                  <a:ext cx="2372911" cy="2141574"/>
                  <a:chOff x="7545450" y="1168669"/>
                  <a:chExt cx="2372911" cy="2141574"/>
                </a:xfrm>
              </p:grpSpPr>
              <p:grpSp>
                <p:nvGrpSpPr>
                  <p:cNvPr id="1298" name="Group 1297">
                    <a:extLst>
                      <a:ext uri="{FF2B5EF4-FFF2-40B4-BE49-F238E27FC236}">
                        <a16:creationId xmlns:a16="http://schemas.microsoft.com/office/drawing/2014/main" id="{1E9A3C96-832C-3557-8908-95C019C936CA}"/>
                      </a:ext>
                    </a:extLst>
                  </p:cNvPr>
                  <p:cNvGrpSpPr/>
                  <p:nvPr/>
                </p:nvGrpSpPr>
                <p:grpSpPr>
                  <a:xfrm>
                    <a:off x="7937195" y="1168669"/>
                    <a:ext cx="1981166" cy="1874909"/>
                    <a:chOff x="7901545" y="1164049"/>
                    <a:chExt cx="1981166" cy="1874909"/>
                  </a:xfrm>
                </p:grpSpPr>
                <p:grpSp>
                  <p:nvGrpSpPr>
                    <p:cNvPr id="1287" name="Group 1286">
                      <a:extLst>
                        <a:ext uri="{FF2B5EF4-FFF2-40B4-BE49-F238E27FC236}">
                          <a16:creationId xmlns:a16="http://schemas.microsoft.com/office/drawing/2014/main" id="{5EBCA32F-7E45-1D79-1A9D-D532DD4111A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01545" y="1164049"/>
                      <a:ext cx="1981166" cy="1874909"/>
                      <a:chOff x="7901545" y="1164049"/>
                      <a:chExt cx="1981166" cy="1874909"/>
                    </a:xfrm>
                  </p:grpSpPr>
                  <p:grpSp>
                    <p:nvGrpSpPr>
                      <p:cNvPr id="1284" name="Group 1283">
                        <a:extLst>
                          <a:ext uri="{FF2B5EF4-FFF2-40B4-BE49-F238E27FC236}">
                            <a16:creationId xmlns:a16="http://schemas.microsoft.com/office/drawing/2014/main" id="{55BE1BB3-01DB-F237-3907-6913C3AF0BF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01545" y="1164049"/>
                        <a:ext cx="1789472" cy="1874909"/>
                        <a:chOff x="8614295" y="4407190"/>
                        <a:chExt cx="1789472" cy="1874909"/>
                      </a:xfrm>
                    </p:grpSpPr>
                    <p:sp>
                      <p:nvSpPr>
                        <p:cNvPr id="1283" name="Rectangle 1282">
                          <a:extLst>
                            <a:ext uri="{FF2B5EF4-FFF2-40B4-BE49-F238E27FC236}">
                              <a16:creationId xmlns:a16="http://schemas.microsoft.com/office/drawing/2014/main" id="{51993FC1-635D-9C45-EA5B-FFB0F1D6EA8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614295" y="4407190"/>
                          <a:ext cx="1789472" cy="1721475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rgbClr val="857A7B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grpSp>
                      <p:nvGrpSpPr>
                        <p:cNvPr id="1260" name="Group 1259">
                          <a:extLst>
                            <a:ext uri="{FF2B5EF4-FFF2-40B4-BE49-F238E27FC236}">
                              <a16:creationId xmlns:a16="http://schemas.microsoft.com/office/drawing/2014/main" id="{BDBC5E79-5E5B-135C-D95A-773297DD734C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8872623" y="4685697"/>
                          <a:ext cx="1304802" cy="1596402"/>
                          <a:chOff x="6192620" y="4407190"/>
                          <a:chExt cx="1304802" cy="1596402"/>
                        </a:xfrm>
                      </p:grpSpPr>
                      <p:grpSp>
                        <p:nvGrpSpPr>
                          <p:cNvPr id="1257" name="Group 1256">
                            <a:extLst>
                              <a:ext uri="{FF2B5EF4-FFF2-40B4-BE49-F238E27FC236}">
                                <a16:creationId xmlns:a16="http://schemas.microsoft.com/office/drawing/2014/main" id="{EAC79124-9433-0DAD-BEA5-AAAFCE260787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6192620" y="4407190"/>
                            <a:ext cx="556104" cy="916554"/>
                            <a:chOff x="6192620" y="4407190"/>
                            <a:chExt cx="556104" cy="916554"/>
                          </a:xfrm>
                        </p:grpSpPr>
                        <p:grpSp>
                          <p:nvGrpSpPr>
                            <p:cNvPr id="1241" name="Group 1240">
                              <a:extLst>
                                <a:ext uri="{FF2B5EF4-FFF2-40B4-BE49-F238E27FC236}">
                                  <a16:creationId xmlns:a16="http://schemas.microsoft.com/office/drawing/2014/main" id="{78B82FA7-60B0-FF4A-E6C8-6F9CB4CA4FB8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6192620" y="4407190"/>
                              <a:ext cx="535022" cy="432256"/>
                              <a:chOff x="421549" y="3664997"/>
                              <a:chExt cx="753041" cy="796834"/>
                            </a:xfrm>
                          </p:grpSpPr>
                          <p:sp>
                            <p:nvSpPr>
                              <p:cNvPr id="1051" name="Rectangle 1050">
                                <a:extLst>
                                  <a:ext uri="{FF2B5EF4-FFF2-40B4-BE49-F238E27FC236}">
                                    <a16:creationId xmlns:a16="http://schemas.microsoft.com/office/drawing/2014/main" id="{AA53C9BB-9362-5F47-07B2-4B7E6BC7D6BE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525251" y="4088686"/>
                                <a:ext cx="219253" cy="373145"/>
                              </a:xfrm>
                              <a:prstGeom prst="rect">
                                <a:avLst/>
                              </a:prstGeom>
                              <a:solidFill>
                                <a:srgbClr val="94ADFF"/>
                              </a:solidFill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n-US" dirty="0"/>
                              </a:p>
                            </p:txBody>
                          </p:sp>
                          <p:cxnSp>
                            <p:nvCxnSpPr>
                              <p:cNvPr id="1237" name="Straight Connector 1236">
                                <a:extLst>
                                  <a:ext uri="{FF2B5EF4-FFF2-40B4-BE49-F238E27FC236}">
                                    <a16:creationId xmlns:a16="http://schemas.microsoft.com/office/drawing/2014/main" id="{A6DC1934-850C-37E5-1CF1-61AD847D7A2E}"/>
                                  </a:ext>
                                </a:extLst>
                              </p:cNvPr>
                              <p:cNvCxnSpPr/>
                              <p:nvPr/>
                            </p:nvCxnSpPr>
                            <p:spPr>
                              <a:xfrm>
                                <a:off x="431074" y="3664997"/>
                                <a:ext cx="0" cy="796834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1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238" name="Straight Connector 1237">
                                <a:extLst>
                                  <a:ext uri="{FF2B5EF4-FFF2-40B4-BE49-F238E27FC236}">
                                    <a16:creationId xmlns:a16="http://schemas.microsoft.com/office/drawing/2014/main" id="{458CCE34-F524-7F75-165F-AAB740F58944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421549" y="4461831"/>
                                <a:ext cx="753041" cy="0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1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sp>
                            <p:nvSpPr>
                              <p:cNvPr id="1240" name="Rectangle 1239">
                                <a:extLst>
                                  <a:ext uri="{FF2B5EF4-FFF2-40B4-BE49-F238E27FC236}">
                                    <a16:creationId xmlns:a16="http://schemas.microsoft.com/office/drawing/2014/main" id="{1452029B-BA13-125C-4841-AA064CF9EA52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795131" y="3805962"/>
                                <a:ext cx="219252" cy="655869"/>
                              </a:xfrm>
                              <a:prstGeom prst="rect">
                                <a:avLst/>
                              </a:prstGeom>
                              <a:solidFill>
                                <a:srgbClr val="0270BD"/>
                              </a:solidFill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n-US" dirty="0"/>
                              </a:p>
                            </p:txBody>
                          </p:sp>
                        </p:grpSp>
                        <mc:AlternateContent xmlns:mc="http://schemas.openxmlformats.org/markup-compatibility/2006" xmlns:a14="http://schemas.microsoft.com/office/drawing/2010/main">
                          <mc:Choice Requires="a14">
                            <p:sp>
                              <p:nvSpPr>
                                <p:cNvPr id="1254" name="TextBox 1253">
                                  <a:extLst>
                                    <a:ext uri="{FF2B5EF4-FFF2-40B4-BE49-F238E27FC236}">
                                      <a16:creationId xmlns:a16="http://schemas.microsoft.com/office/drawing/2014/main" id="{26437614-3737-B4FB-F607-C377D9F52935}"/>
                                    </a:ext>
                                  </a:extLst>
                                </p:cNvPr>
                                <p:cNvSpPr txBox="1"/>
                                <p:nvPr/>
                              </p:nvSpPr>
                              <p:spPr>
                                <a:xfrm>
                                  <a:off x="6309150" y="4834123"/>
                                  <a:ext cx="439574" cy="489621"/>
                                </a:xfrm>
                                <a:prstGeom prst="rect">
                                  <a:avLst/>
                                </a:prstGeom>
                                <a:noFill/>
                              </p:spPr>
                              <p:txBody>
                                <a:bodyPr wrap="square" rtlCol="0">
                                  <a:spAutoFit/>
                                </a:bodyPr>
                                <a:lstStyle/>
                                <a:p>
                                  <a14:m>
                                    <m:oMath xmlns:m="http://schemas.openxmlformats.org/officeDocument/2006/math">
                                      <m:r>
                                        <a:rPr lang="en-US" sz="8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oMath>
                                  </a14:m>
                                  <a:r>
                                    <a:rPr lang="en-US" sz="800" b="1" baseline="-25000" dirty="0">
                                      <a:latin typeface="Montserrat" pitchFamily="2" charset="77"/>
                                    </a:rPr>
                                    <a:t>1</a:t>
                                  </a:r>
                                </a:p>
                                <a:p>
                                  <a:endParaRPr lang="en-US" dirty="0"/>
                                </a:p>
                              </p:txBody>
                            </p:sp>
                          </mc:Choice>
                          <mc:Fallback xmlns="">
                            <p:sp>
                              <p:nvSpPr>
                                <p:cNvPr id="1254" name="TextBox 1253">
                                  <a:extLst>
                                    <a:ext uri="{FF2B5EF4-FFF2-40B4-BE49-F238E27FC236}">
                                      <a16:creationId xmlns:a16="http://schemas.microsoft.com/office/drawing/2014/main" id="{0C0312BF-CC69-CEE6-DC34-43461B51483A}"/>
                                    </a:ext>
                                  </a:extLst>
                                </p:cNvPr>
                                <p:cNvSpPr txBox="1">
                                  <a:spLocks noRot="1" noChangeAspect="1" noMove="1" noResize="1" noEditPoints="1" noAdjustHandles="1" noChangeArrowheads="1" noChangeShapeType="1" noTextEdit="1"/>
                                </p:cNvSpPr>
                                <p:nvPr/>
                              </p:nvSpPr>
                              <p:spPr>
                                <a:xfrm>
                                  <a:off x="6309150" y="4834123"/>
                                  <a:ext cx="439574" cy="489621"/>
                                </a:xfrm>
                                <a:prstGeom prst="rect">
                                  <a:avLst/>
                                </a:prstGeom>
                                <a:blipFill>
                                  <a:blip r:embed="rId15"/>
                                  <a:stretch>
                                    <a:fillRect/>
                                  </a:stretch>
                                </a:blipFill>
                              </p:spPr>
                              <p:txBody>
                                <a:bodyPr/>
                                <a:lstStyle/>
                                <a:p>
                                  <a:r>
                                    <a:rPr lang="en-US">
                                      <a:noFill/>
                                    </a:rPr>
                                    <a:t> </a:t>
                                  </a:r>
                                </a:p>
                              </p:txBody>
                            </p:sp>
                          </mc:Fallback>
                        </mc:AlternateContent>
                      </p:grpSp>
                      <p:grpSp>
                        <p:nvGrpSpPr>
                          <p:cNvPr id="1258" name="Group 1257">
                            <a:extLst>
                              <a:ext uri="{FF2B5EF4-FFF2-40B4-BE49-F238E27FC236}">
                                <a16:creationId xmlns:a16="http://schemas.microsoft.com/office/drawing/2014/main" id="{D798D9A3-CC01-D529-C347-9EC1180BC75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6921031" y="4407190"/>
                            <a:ext cx="576391" cy="914801"/>
                            <a:chOff x="6934415" y="4394939"/>
                            <a:chExt cx="576391" cy="914801"/>
                          </a:xfrm>
                        </p:grpSpPr>
                        <p:grpSp>
                          <p:nvGrpSpPr>
                            <p:cNvPr id="1242" name="Group 1241">
                              <a:extLst>
                                <a:ext uri="{FF2B5EF4-FFF2-40B4-BE49-F238E27FC236}">
                                  <a16:creationId xmlns:a16="http://schemas.microsoft.com/office/drawing/2014/main" id="{9A1482BC-87CA-E547-69A3-301B3AB3E595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6934415" y="4394939"/>
                              <a:ext cx="535011" cy="432140"/>
                              <a:chOff x="421549" y="3664997"/>
                              <a:chExt cx="753041" cy="796834"/>
                            </a:xfrm>
                          </p:grpSpPr>
                          <p:sp>
                            <p:nvSpPr>
                              <p:cNvPr id="1243" name="Rectangle 1242">
                                <a:extLst>
                                  <a:ext uri="{FF2B5EF4-FFF2-40B4-BE49-F238E27FC236}">
                                    <a16:creationId xmlns:a16="http://schemas.microsoft.com/office/drawing/2014/main" id="{A9163C39-981D-2EAC-D131-29353840746C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525252" y="4223347"/>
                                <a:ext cx="219252" cy="238484"/>
                              </a:xfrm>
                              <a:prstGeom prst="rect">
                                <a:avLst/>
                              </a:prstGeom>
                              <a:solidFill>
                                <a:srgbClr val="94ADFF"/>
                              </a:solidFill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n-US" dirty="0"/>
                              </a:p>
                            </p:txBody>
                          </p:sp>
                          <p:cxnSp>
                            <p:nvCxnSpPr>
                              <p:cNvPr id="1244" name="Straight Connector 1243">
                                <a:extLst>
                                  <a:ext uri="{FF2B5EF4-FFF2-40B4-BE49-F238E27FC236}">
                                    <a16:creationId xmlns:a16="http://schemas.microsoft.com/office/drawing/2014/main" id="{A7D7D647-C34E-F770-FD4A-7BF4ADCF2A83}"/>
                                  </a:ext>
                                </a:extLst>
                              </p:cNvPr>
                              <p:cNvCxnSpPr/>
                              <p:nvPr/>
                            </p:nvCxnSpPr>
                            <p:spPr>
                              <a:xfrm>
                                <a:off x="431074" y="3664997"/>
                                <a:ext cx="0" cy="796834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1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245" name="Straight Connector 1244">
                                <a:extLst>
                                  <a:ext uri="{FF2B5EF4-FFF2-40B4-BE49-F238E27FC236}">
                                    <a16:creationId xmlns:a16="http://schemas.microsoft.com/office/drawing/2014/main" id="{860C2E72-2AA9-38CC-2D6A-E4060C6052C5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421549" y="4461831"/>
                                <a:ext cx="753041" cy="0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1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sp>
                            <p:nvSpPr>
                              <p:cNvPr id="1246" name="Rectangle 1245">
                                <a:extLst>
                                  <a:ext uri="{FF2B5EF4-FFF2-40B4-BE49-F238E27FC236}">
                                    <a16:creationId xmlns:a16="http://schemas.microsoft.com/office/drawing/2014/main" id="{103DD978-A509-9C52-A761-C31D5BD45402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795131" y="4084886"/>
                                <a:ext cx="213285" cy="376945"/>
                              </a:xfrm>
                              <a:prstGeom prst="rect">
                                <a:avLst/>
                              </a:prstGeom>
                              <a:solidFill>
                                <a:srgbClr val="0270BD"/>
                              </a:solidFill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n-US" dirty="0"/>
                              </a:p>
                            </p:txBody>
                          </p:sp>
                        </p:grpSp>
                        <mc:AlternateContent xmlns:mc="http://schemas.openxmlformats.org/markup-compatibility/2006" xmlns:a14="http://schemas.microsoft.com/office/drawing/2010/main">
                          <mc:Choice Requires="a14">
                            <p:sp>
                              <p:nvSpPr>
                                <p:cNvPr id="1255" name="TextBox 1254">
                                  <a:extLst>
                                    <a:ext uri="{FF2B5EF4-FFF2-40B4-BE49-F238E27FC236}">
                                      <a16:creationId xmlns:a16="http://schemas.microsoft.com/office/drawing/2014/main" id="{ED3E9678-5398-DA3A-5A4E-FDB3174620A8}"/>
                                    </a:ext>
                                  </a:extLst>
                                </p:cNvPr>
                                <p:cNvSpPr txBox="1"/>
                                <p:nvPr/>
                              </p:nvSpPr>
                              <p:spPr>
                                <a:xfrm>
                                  <a:off x="7071232" y="4820119"/>
                                  <a:ext cx="439574" cy="489621"/>
                                </a:xfrm>
                                <a:prstGeom prst="rect">
                                  <a:avLst/>
                                </a:prstGeom>
                                <a:noFill/>
                              </p:spPr>
                              <p:txBody>
                                <a:bodyPr wrap="square" rtlCol="0">
                                  <a:spAutoFit/>
                                </a:bodyPr>
                                <a:lstStyle/>
                                <a:p>
                                  <a14:m>
                                    <m:oMath xmlns:m="http://schemas.openxmlformats.org/officeDocument/2006/math">
                                      <m:r>
                                        <a:rPr lang="en-US" sz="800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oMath>
                                  </a14:m>
                                  <a:r>
                                    <a:rPr lang="en-US" sz="800" b="1" baseline="-25000" dirty="0">
                                      <a:latin typeface="Montserrat" pitchFamily="2" charset="77"/>
                                    </a:rPr>
                                    <a:t>2</a:t>
                                  </a:r>
                                </a:p>
                                <a:p>
                                  <a:endParaRPr lang="en-US" dirty="0"/>
                                </a:p>
                              </p:txBody>
                            </p:sp>
                          </mc:Choice>
                          <mc:Fallback xmlns="">
                            <p:sp>
                              <p:nvSpPr>
                                <p:cNvPr id="1255" name="TextBox 1254">
                                  <a:extLst>
                                    <a:ext uri="{FF2B5EF4-FFF2-40B4-BE49-F238E27FC236}">
                                      <a16:creationId xmlns:a16="http://schemas.microsoft.com/office/drawing/2014/main" id="{80CB3E61-F078-F8A4-AA15-3877B45C201A}"/>
                                    </a:ext>
                                  </a:extLst>
                                </p:cNvPr>
                                <p:cNvSpPr txBox="1">
                                  <a:spLocks noRot="1" noChangeAspect="1" noMove="1" noResize="1" noEditPoints="1" noAdjustHandles="1" noChangeArrowheads="1" noChangeShapeType="1" noTextEdit="1"/>
                                </p:cNvSpPr>
                                <p:nvPr/>
                              </p:nvSpPr>
                              <p:spPr>
                                <a:xfrm>
                                  <a:off x="7071232" y="4820119"/>
                                  <a:ext cx="439574" cy="489621"/>
                                </a:xfrm>
                                <a:prstGeom prst="rect">
                                  <a:avLst/>
                                </a:prstGeom>
                                <a:blipFill>
                                  <a:blip r:embed="rId16"/>
                                  <a:stretch>
                                    <a:fillRect/>
                                  </a:stretch>
                                </a:blipFill>
                              </p:spPr>
                              <p:txBody>
                                <a:bodyPr/>
                                <a:lstStyle/>
                                <a:p>
                                  <a:r>
                                    <a:rPr lang="en-US">
                                      <a:noFill/>
                                    </a:rPr>
                                    <a:t> </a:t>
                                  </a:r>
                                </a:p>
                              </p:txBody>
                            </p:sp>
                          </mc:Fallback>
                        </mc:AlternateContent>
                      </p:grpSp>
                      <p:grpSp>
                        <p:nvGrpSpPr>
                          <p:cNvPr id="1259" name="Group 1258">
                            <a:extLst>
                              <a:ext uri="{FF2B5EF4-FFF2-40B4-BE49-F238E27FC236}">
                                <a16:creationId xmlns:a16="http://schemas.microsoft.com/office/drawing/2014/main" id="{777279D4-E181-4F6B-BAA0-4481E178CBF7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6202053" y="5081610"/>
                            <a:ext cx="545668" cy="921982"/>
                            <a:chOff x="6236248" y="5883570"/>
                            <a:chExt cx="545668" cy="921982"/>
                          </a:xfrm>
                        </p:grpSpPr>
                        <p:grpSp>
                          <p:nvGrpSpPr>
                            <p:cNvPr id="1248" name="Group 1247">
                              <a:extLst>
                                <a:ext uri="{FF2B5EF4-FFF2-40B4-BE49-F238E27FC236}">
                                  <a16:creationId xmlns:a16="http://schemas.microsoft.com/office/drawing/2014/main" id="{EADE1B27-5077-4DA0-7AC1-2A8C74733E34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6236248" y="5883570"/>
                              <a:ext cx="511024" cy="418460"/>
                              <a:chOff x="421549" y="3664997"/>
                              <a:chExt cx="753041" cy="796834"/>
                            </a:xfrm>
                          </p:grpSpPr>
                          <p:sp>
                            <p:nvSpPr>
                              <p:cNvPr id="1249" name="Rectangle 1248">
                                <a:extLst>
                                  <a:ext uri="{FF2B5EF4-FFF2-40B4-BE49-F238E27FC236}">
                                    <a16:creationId xmlns:a16="http://schemas.microsoft.com/office/drawing/2014/main" id="{09B1D56B-13EA-1BCC-9445-541FA33D0D3F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525252" y="4029573"/>
                                <a:ext cx="213266" cy="432258"/>
                              </a:xfrm>
                              <a:prstGeom prst="rect">
                                <a:avLst/>
                              </a:prstGeom>
                              <a:solidFill>
                                <a:srgbClr val="94ADFF"/>
                              </a:solidFill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n-US" dirty="0"/>
                              </a:p>
                            </p:txBody>
                          </p:sp>
                          <p:cxnSp>
                            <p:nvCxnSpPr>
                              <p:cNvPr id="1250" name="Straight Connector 1249">
                                <a:extLst>
                                  <a:ext uri="{FF2B5EF4-FFF2-40B4-BE49-F238E27FC236}">
                                    <a16:creationId xmlns:a16="http://schemas.microsoft.com/office/drawing/2014/main" id="{140FCBBA-DAD5-40F2-9A80-B511B35465CD}"/>
                                  </a:ext>
                                </a:extLst>
                              </p:cNvPr>
                              <p:cNvCxnSpPr/>
                              <p:nvPr/>
                            </p:nvCxnSpPr>
                            <p:spPr>
                              <a:xfrm>
                                <a:off x="431074" y="3664997"/>
                                <a:ext cx="0" cy="796834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1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251" name="Straight Connector 1250">
                                <a:extLst>
                                  <a:ext uri="{FF2B5EF4-FFF2-40B4-BE49-F238E27FC236}">
                                    <a16:creationId xmlns:a16="http://schemas.microsoft.com/office/drawing/2014/main" id="{CBC5D36C-C49B-FC7D-28E9-6FD49C91831A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421549" y="4461831"/>
                                <a:ext cx="753041" cy="0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1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sp>
                            <p:nvSpPr>
                              <p:cNvPr id="1252" name="Rectangle 1251">
                                <a:extLst>
                                  <a:ext uri="{FF2B5EF4-FFF2-40B4-BE49-F238E27FC236}">
                                    <a16:creationId xmlns:a16="http://schemas.microsoft.com/office/drawing/2014/main" id="{91E1107C-BD78-02E9-88EA-DC4D8B78C40A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795131" y="4207727"/>
                                <a:ext cx="213267" cy="254104"/>
                              </a:xfrm>
                              <a:prstGeom prst="rect">
                                <a:avLst/>
                              </a:prstGeom>
                              <a:solidFill>
                                <a:srgbClr val="0270BD"/>
                              </a:solidFill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n-US" dirty="0"/>
                              </a:p>
                            </p:txBody>
                          </p:sp>
                        </p:grpSp>
                        <mc:AlternateContent xmlns:mc="http://schemas.openxmlformats.org/markup-compatibility/2006" xmlns:a14="http://schemas.microsoft.com/office/drawing/2010/main">
                          <mc:Choice Requires="a14">
                            <p:sp>
                              <p:nvSpPr>
                                <p:cNvPr id="1256" name="TextBox 1255">
                                  <a:extLst>
                                    <a:ext uri="{FF2B5EF4-FFF2-40B4-BE49-F238E27FC236}">
                                      <a16:creationId xmlns:a16="http://schemas.microsoft.com/office/drawing/2014/main" id="{1BD8B541-7E68-226C-6DEC-2AB598B629E8}"/>
                                    </a:ext>
                                  </a:extLst>
                                </p:cNvPr>
                                <p:cNvSpPr txBox="1"/>
                                <p:nvPr/>
                              </p:nvSpPr>
                              <p:spPr>
                                <a:xfrm>
                                  <a:off x="6342342" y="6315931"/>
                                  <a:ext cx="439574" cy="489621"/>
                                </a:xfrm>
                                <a:prstGeom prst="rect">
                                  <a:avLst/>
                                </a:prstGeom>
                                <a:noFill/>
                              </p:spPr>
                              <p:txBody>
                                <a:bodyPr wrap="square" rtlCol="0">
                                  <a:spAutoFit/>
                                </a:bodyPr>
                                <a:lstStyle/>
                                <a:p>
                                  <a14:m>
                                    <m:oMath xmlns:m="http://schemas.openxmlformats.org/officeDocument/2006/math">
                                      <m:r>
                                        <a:rPr lang="en-US" sz="800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oMath>
                                  </a14:m>
                                  <a:r>
                                    <a:rPr lang="en-US" sz="800" b="1" baseline="-25000" dirty="0">
                                      <a:latin typeface="Montserrat" pitchFamily="2" charset="77"/>
                                    </a:rPr>
                                    <a:t>3</a:t>
                                  </a:r>
                                </a:p>
                                <a:p>
                                  <a:endParaRPr lang="en-US" dirty="0"/>
                                </a:p>
                              </p:txBody>
                            </p:sp>
                          </mc:Choice>
                          <mc:Fallback xmlns="">
                            <p:sp>
                              <p:nvSpPr>
                                <p:cNvPr id="1256" name="TextBox 1255">
                                  <a:extLst>
                                    <a:ext uri="{FF2B5EF4-FFF2-40B4-BE49-F238E27FC236}">
                                      <a16:creationId xmlns:a16="http://schemas.microsoft.com/office/drawing/2014/main" id="{3510C2DA-CB35-6894-245B-2CF49C4EF765}"/>
                                    </a:ext>
                                  </a:extLst>
                                </p:cNvPr>
                                <p:cNvSpPr txBox="1">
                                  <a:spLocks noRot="1" noChangeAspect="1" noMove="1" noResize="1" noEditPoints="1" noAdjustHandles="1" noChangeArrowheads="1" noChangeShapeType="1" noTextEdit="1"/>
                                </p:cNvSpPr>
                                <p:nvPr/>
                              </p:nvSpPr>
                              <p:spPr>
                                <a:xfrm>
                                  <a:off x="6342342" y="6315931"/>
                                  <a:ext cx="439574" cy="489621"/>
                                </a:xfrm>
                                <a:prstGeom prst="rect">
                                  <a:avLst/>
                                </a:prstGeom>
                                <a:blipFill>
                                  <a:blip r:embed="rId17"/>
                                  <a:stretch>
                                    <a:fillRect/>
                                  </a:stretch>
                                </a:blipFill>
                              </p:spPr>
                              <p:txBody>
                                <a:bodyPr/>
                                <a:lstStyle/>
                                <a:p>
                                  <a:r>
                                    <a:rPr lang="en-US">
                                      <a:noFill/>
                                    </a:rPr>
                                    <a:t> </a:t>
                                  </a:r>
                                </a:p>
                              </p:txBody>
                            </p:sp>
                          </mc:Fallback>
                        </mc:AlternateContent>
                      </p:grpSp>
                    </p:grpSp>
                  </p:grpSp>
                  <p:sp>
                    <p:nvSpPr>
                      <p:cNvPr id="1286" name="Rectangle 1285">
                        <a:extLst>
                          <a:ext uri="{FF2B5EF4-FFF2-40B4-BE49-F238E27FC236}">
                            <a16:creationId xmlns:a16="http://schemas.microsoft.com/office/drawing/2014/main" id="{2CF9A73A-2052-C6C2-D748-D55ACDE02A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888006" y="2251003"/>
                        <a:ext cx="994705" cy="6865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</p:grpSp>
                <p:cxnSp>
                  <p:nvCxnSpPr>
                    <p:cNvPr id="1289" name="Straight Connector 1288">
                      <a:extLst>
                        <a:ext uri="{FF2B5EF4-FFF2-40B4-BE49-F238E27FC236}">
                          <a16:creationId xmlns:a16="http://schemas.microsoft.com/office/drawing/2014/main" id="{8D8D80E0-CC4E-9CD9-2060-04FC1FD377F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8879170" y="2250944"/>
                      <a:ext cx="0" cy="652671"/>
                    </a:xfrm>
                    <a:prstGeom prst="line">
                      <a:avLst/>
                    </a:prstGeom>
                    <a:ln w="38100">
                      <a:solidFill>
                        <a:srgbClr val="857A7B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92" name="Straight Connector 1291">
                      <a:extLst>
                        <a:ext uri="{FF2B5EF4-FFF2-40B4-BE49-F238E27FC236}">
                          <a16:creationId xmlns:a16="http://schemas.microsoft.com/office/drawing/2014/main" id="{80A23D6E-DD50-479A-08EF-8DA70427239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860120" y="2250944"/>
                      <a:ext cx="849030" cy="0"/>
                    </a:xfrm>
                    <a:prstGeom prst="line">
                      <a:avLst/>
                    </a:prstGeom>
                    <a:ln w="38100">
                      <a:solidFill>
                        <a:srgbClr val="857A7B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299" name="TextBox 1298">
                    <a:extLst>
                      <a:ext uri="{FF2B5EF4-FFF2-40B4-BE49-F238E27FC236}">
                        <a16:creationId xmlns:a16="http://schemas.microsoft.com/office/drawing/2014/main" id="{AF114ED2-5D0D-A819-750D-5F81F1C8C309}"/>
                      </a:ext>
                    </a:extLst>
                  </p:cNvPr>
                  <p:cNvSpPr txBox="1"/>
                  <p:nvPr/>
                </p:nvSpPr>
                <p:spPr>
                  <a:xfrm>
                    <a:off x="7545450" y="2971689"/>
                    <a:ext cx="1876498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600" b="1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Policy (</a:t>
                    </a:r>
                    <a:r>
                      <a:rPr lang="el-GR" sz="1600" b="1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π</a:t>
                    </a:r>
                    <a:r>
                      <a:rPr lang="el-GR" sz="1600" b="1" baseline="-25000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θ</a:t>
                    </a:r>
                    <a:r>
                      <a:rPr lang="en-US" sz="1600" b="1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)</a:t>
                    </a:r>
                  </a:p>
                </p:txBody>
              </p:sp>
            </p:grpSp>
            <p:cxnSp>
              <p:nvCxnSpPr>
                <p:cNvPr id="1356" name="Straight Arrow Connector 1355">
                  <a:extLst>
                    <a:ext uri="{FF2B5EF4-FFF2-40B4-BE49-F238E27FC236}">
                      <a16:creationId xmlns:a16="http://schemas.microsoft.com/office/drawing/2014/main" id="{0AEE3C72-2B77-0259-D19B-525EA8FED5B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40607" y="3194718"/>
                  <a:ext cx="833279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410" name="Group 1409">
                  <a:extLst>
                    <a:ext uri="{FF2B5EF4-FFF2-40B4-BE49-F238E27FC236}">
                      <a16:creationId xmlns:a16="http://schemas.microsoft.com/office/drawing/2014/main" id="{302610CF-E6F7-47BA-B924-E555A0594F59}"/>
                    </a:ext>
                  </a:extLst>
                </p:cNvPr>
                <p:cNvGrpSpPr/>
                <p:nvPr/>
              </p:nvGrpSpPr>
              <p:grpSpPr>
                <a:xfrm>
                  <a:off x="12637899" y="2323736"/>
                  <a:ext cx="2194103" cy="1409887"/>
                  <a:chOff x="13061995" y="1842973"/>
                  <a:chExt cx="2194103" cy="1409887"/>
                </a:xfrm>
              </p:grpSpPr>
              <p:grpSp>
                <p:nvGrpSpPr>
                  <p:cNvPr id="1355" name="Group 1354">
                    <a:extLst>
                      <a:ext uri="{FF2B5EF4-FFF2-40B4-BE49-F238E27FC236}">
                        <a16:creationId xmlns:a16="http://schemas.microsoft.com/office/drawing/2014/main" id="{25718F52-2C98-BF3D-FEF7-4CA24648D71A}"/>
                      </a:ext>
                    </a:extLst>
                  </p:cNvPr>
                  <p:cNvGrpSpPr/>
                  <p:nvPr/>
                </p:nvGrpSpPr>
                <p:grpSpPr>
                  <a:xfrm>
                    <a:off x="13641674" y="1842973"/>
                    <a:ext cx="1422207" cy="992993"/>
                    <a:chOff x="3360910" y="4411764"/>
                    <a:chExt cx="1422207" cy="992993"/>
                  </a:xfrm>
                </p:grpSpPr>
                <p:sp>
                  <p:nvSpPr>
                    <p:cNvPr id="1351" name="Rectangle 1350">
                      <a:extLst>
                        <a:ext uri="{FF2B5EF4-FFF2-40B4-BE49-F238E27FC236}">
                          <a16:creationId xmlns:a16="http://schemas.microsoft.com/office/drawing/2014/main" id="{26D52757-0CF9-EB9B-FD77-A15B64EB1C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60910" y="4686300"/>
                      <a:ext cx="770219" cy="718457"/>
                    </a:xfrm>
                    <a:prstGeom prst="rect">
                      <a:avLst/>
                    </a:prstGeom>
                    <a:solidFill>
                      <a:srgbClr val="0270BD"/>
                    </a:solidFill>
                    <a:ln w="571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352" name="Parallelogram 1351">
                      <a:extLst>
                        <a:ext uri="{FF2B5EF4-FFF2-40B4-BE49-F238E27FC236}">
                          <a16:creationId xmlns:a16="http://schemas.microsoft.com/office/drawing/2014/main" id="{DDF07D5B-C47E-3711-15D6-DEE43C749E0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82243" y="4411764"/>
                      <a:ext cx="1119908" cy="261284"/>
                    </a:xfrm>
                    <a:prstGeom prst="parallelogram">
                      <a:avLst>
                        <a:gd name="adj" fmla="val 146476"/>
                      </a:avLst>
                    </a:prstGeom>
                    <a:solidFill>
                      <a:srgbClr val="B5E3FF"/>
                    </a:solidFill>
                    <a:ln w="571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354" name="Parallelogram 1353">
                      <a:extLst>
                        <a:ext uri="{FF2B5EF4-FFF2-40B4-BE49-F238E27FC236}">
                          <a16:creationId xmlns:a16="http://schemas.microsoft.com/office/drawing/2014/main" id="{6179D848-19F7-52DC-B76C-13532DB459B3}"/>
                        </a:ext>
                      </a:extLst>
                    </p:cNvPr>
                    <p:cNvSpPr/>
                    <p:nvPr/>
                  </p:nvSpPr>
                  <p:spPr>
                    <a:xfrm rot="8564742">
                      <a:off x="3909156" y="4640250"/>
                      <a:ext cx="873961" cy="536021"/>
                    </a:xfrm>
                    <a:prstGeom prst="parallelogram">
                      <a:avLst>
                        <a:gd name="adj" fmla="val 80584"/>
                      </a:avLst>
                    </a:prstGeom>
                    <a:solidFill>
                      <a:srgbClr val="409FCF"/>
                    </a:solidFill>
                    <a:ln w="571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sp>
                <p:nvSpPr>
                  <p:cNvPr id="1362" name="TextBox 1361">
                    <a:extLst>
                      <a:ext uri="{FF2B5EF4-FFF2-40B4-BE49-F238E27FC236}">
                        <a16:creationId xmlns:a16="http://schemas.microsoft.com/office/drawing/2014/main" id="{F8154F68-5674-F236-3DCC-125EAED7A864}"/>
                      </a:ext>
                    </a:extLst>
                  </p:cNvPr>
                  <p:cNvSpPr txBox="1"/>
                  <p:nvPr/>
                </p:nvSpPr>
                <p:spPr>
                  <a:xfrm>
                    <a:off x="13061995" y="2914306"/>
                    <a:ext cx="2194103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600" b="1" dirty="0"/>
                      <a:t>SAT Solver</a:t>
                    </a:r>
                    <a:endParaRPr lang="en-US" sz="1600" b="1" dirty="0"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409" name="Group 1408">
                  <a:extLst>
                    <a:ext uri="{FF2B5EF4-FFF2-40B4-BE49-F238E27FC236}">
                      <a16:creationId xmlns:a16="http://schemas.microsoft.com/office/drawing/2014/main" id="{51AF5368-B1E7-9BD0-BCBB-38A42298660B}"/>
                    </a:ext>
                  </a:extLst>
                </p:cNvPr>
                <p:cNvGrpSpPr/>
                <p:nvPr/>
              </p:nvGrpSpPr>
              <p:grpSpPr>
                <a:xfrm>
                  <a:off x="11549022" y="521249"/>
                  <a:ext cx="4180475" cy="1256586"/>
                  <a:chOff x="10478436" y="457761"/>
                  <a:chExt cx="4180475" cy="1256586"/>
                </a:xfrm>
              </p:grpSpPr>
              <p:grpSp>
                <p:nvGrpSpPr>
                  <p:cNvPr id="1405" name="Group 1404">
                    <a:extLst>
                      <a:ext uri="{FF2B5EF4-FFF2-40B4-BE49-F238E27FC236}">
                        <a16:creationId xmlns:a16="http://schemas.microsoft.com/office/drawing/2014/main" id="{2355FA80-D3C3-6159-F09E-AC7F724EBA68}"/>
                      </a:ext>
                    </a:extLst>
                  </p:cNvPr>
                  <p:cNvGrpSpPr/>
                  <p:nvPr/>
                </p:nvGrpSpPr>
                <p:grpSpPr>
                  <a:xfrm>
                    <a:off x="10478436" y="457761"/>
                    <a:ext cx="3314246" cy="1256586"/>
                    <a:chOff x="10684041" y="379708"/>
                    <a:chExt cx="3314246" cy="1256586"/>
                  </a:xfrm>
                </p:grpSpPr>
                <p:grpSp>
                  <p:nvGrpSpPr>
                    <p:cNvPr id="1366" name="Group 1365">
                      <a:extLst>
                        <a:ext uri="{FF2B5EF4-FFF2-40B4-BE49-F238E27FC236}">
                          <a16:creationId xmlns:a16="http://schemas.microsoft.com/office/drawing/2014/main" id="{A44668BC-B00D-B73E-9006-8B3D556966D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684042" y="379708"/>
                      <a:ext cx="3314245" cy="346608"/>
                      <a:chOff x="10720058" y="323171"/>
                      <a:chExt cx="3314245" cy="346608"/>
                    </a:xfrm>
                  </p:grpSpPr>
                  <p:sp>
                    <p:nvSpPr>
                      <p:cNvPr id="1364" name="Rounded Rectangle 1363">
                        <a:extLst>
                          <a:ext uri="{FF2B5EF4-FFF2-40B4-BE49-F238E27FC236}">
                            <a16:creationId xmlns:a16="http://schemas.microsoft.com/office/drawing/2014/main" id="{D14DEA48-920E-5E8A-331F-81B2B867D43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20058" y="331225"/>
                        <a:ext cx="2113183" cy="338554"/>
                      </a:xfrm>
                      <a:prstGeom prst="roundRect">
                        <a:avLst>
                          <a:gd name="adj" fmla="val 0"/>
                        </a:avLst>
                      </a:prstGeom>
                      <a:solidFill>
                        <a:srgbClr val="F2F2F2"/>
                      </a:solidFill>
                      <a:ln w="38100">
                        <a:solidFill>
                          <a:srgbClr val="857A7B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363" name="TextBox 1362">
                        <a:extLst>
                          <a:ext uri="{FF2B5EF4-FFF2-40B4-BE49-F238E27FC236}">
                            <a16:creationId xmlns:a16="http://schemas.microsoft.com/office/drawing/2014/main" id="{69C3D517-F444-CD00-ED8B-9FED885E9A3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1100959" y="323171"/>
                        <a:ext cx="2933344" cy="3385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sz="1600" b="1" dirty="0"/>
                          <a:t>Observation</a:t>
                        </a:r>
                      </a:p>
                    </p:txBody>
                  </p:sp>
                </p:grpSp>
                <p:sp>
                  <p:nvSpPr>
                    <p:cNvPr id="1404" name="Rounded Rectangle 1403">
                      <a:extLst>
                        <a:ext uri="{FF2B5EF4-FFF2-40B4-BE49-F238E27FC236}">
                          <a16:creationId xmlns:a16="http://schemas.microsoft.com/office/drawing/2014/main" id="{E3CD3797-5799-A6B8-D2F1-9228231108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84041" y="743805"/>
                      <a:ext cx="2113183" cy="892489"/>
                    </a:xfrm>
                    <a:prstGeom prst="roundRect">
                      <a:avLst>
                        <a:gd name="adj" fmla="val 0"/>
                      </a:avLst>
                    </a:prstGeom>
                    <a:solidFill>
                      <a:srgbClr val="857A7B"/>
                    </a:solidFill>
                    <a:ln w="38100">
                      <a:solidFill>
                        <a:srgbClr val="857A7B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401" name="Rectangle 1400">
                      <a:extLst>
                        <a:ext uri="{FF2B5EF4-FFF2-40B4-BE49-F238E27FC236}">
                          <a16:creationId xmlns:a16="http://schemas.microsoft.com/office/drawing/2014/main" id="{C2960524-0C71-E366-8B62-9C4A244F3B3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22385" y="766712"/>
                      <a:ext cx="2040713" cy="83080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rgbClr val="F0F0F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grpSp>
                  <p:nvGrpSpPr>
                    <p:cNvPr id="1402" name="Group 1401">
                      <a:extLst>
                        <a:ext uri="{FF2B5EF4-FFF2-40B4-BE49-F238E27FC236}">
                          <a16:creationId xmlns:a16="http://schemas.microsoft.com/office/drawing/2014/main" id="{108D5E71-4A8E-B248-B12C-9EC129ED3F7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898432" y="905989"/>
                      <a:ext cx="606154" cy="339092"/>
                      <a:chOff x="11380760" y="1407252"/>
                      <a:chExt cx="606154" cy="339092"/>
                    </a:xfrm>
                  </p:grpSpPr>
                  <p:sp>
                    <p:nvSpPr>
                      <p:cNvPr id="1368" name="Rounded Rectangle 1367">
                        <a:extLst>
                          <a:ext uri="{FF2B5EF4-FFF2-40B4-BE49-F238E27FC236}">
                            <a16:creationId xmlns:a16="http://schemas.microsoft.com/office/drawing/2014/main" id="{3060636F-E88D-5AB0-5CD0-9BBDA49B3E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380760" y="1407790"/>
                        <a:ext cx="606154" cy="338554"/>
                      </a:xfrm>
                      <a:prstGeom prst="roundRect">
                        <a:avLst>
                          <a:gd name="adj" fmla="val 0"/>
                        </a:avLst>
                      </a:prstGeom>
                      <a:solidFill>
                        <a:srgbClr val="F2F2F2"/>
                      </a:solidFill>
                      <a:ln w="3810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pic>
                    <p:nvPicPr>
                      <p:cNvPr id="1374" name="Picture 11" descr="Icon Free Eye PNG Transparent Background, Free Download #9665 - FreeIconsPNG">
                        <a:hlinkClick r:id="rId18"/>
                        <a:extLst>
                          <a:ext uri="{FF2B5EF4-FFF2-40B4-BE49-F238E27FC236}">
                            <a16:creationId xmlns:a16="http://schemas.microsoft.com/office/drawing/2014/main" id="{F4CA407C-1BD2-9632-BE58-CCF96381E4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05173" y="1407252"/>
                        <a:ext cx="338554" cy="33855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  <p:grpSp>
                  <p:nvGrpSpPr>
                    <p:cNvPr id="1403" name="Group 1402">
                      <a:extLst>
                        <a:ext uri="{FF2B5EF4-FFF2-40B4-BE49-F238E27FC236}">
                          <a16:creationId xmlns:a16="http://schemas.microsoft.com/office/drawing/2014/main" id="{D3E9CBC8-758E-E20A-398C-11A09E66D12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1925461" y="864157"/>
                      <a:ext cx="606154" cy="369332"/>
                      <a:chOff x="12266459" y="1376546"/>
                      <a:chExt cx="606154" cy="369332"/>
                    </a:xfrm>
                  </p:grpSpPr>
                  <p:sp>
                    <p:nvSpPr>
                      <p:cNvPr id="1370" name="Rounded Rectangle 1369">
                        <a:extLst>
                          <a:ext uri="{FF2B5EF4-FFF2-40B4-BE49-F238E27FC236}">
                            <a16:creationId xmlns:a16="http://schemas.microsoft.com/office/drawing/2014/main" id="{5E98B399-17DE-E88E-F2B0-FCEAC544C1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266459" y="1407252"/>
                        <a:ext cx="606154" cy="338554"/>
                      </a:xfrm>
                      <a:prstGeom prst="roundRect">
                        <a:avLst>
                          <a:gd name="adj" fmla="val 0"/>
                        </a:avLst>
                      </a:prstGeom>
                      <a:solidFill>
                        <a:srgbClr val="F2F2F2"/>
                      </a:solidFill>
                      <a:ln w="3810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pic>
                    <p:nvPicPr>
                      <p:cNvPr id="1377" name="Picture 14" descr="Star Icon PNGs for Free Download">
                        <a:hlinkClick r:id="rId20"/>
                        <a:extLst>
                          <a:ext uri="{FF2B5EF4-FFF2-40B4-BE49-F238E27FC236}">
                            <a16:creationId xmlns:a16="http://schemas.microsoft.com/office/drawing/2014/main" id="{81C9BE27-90C7-EAA8-DC90-75F5616167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79806" y="1376546"/>
                        <a:ext cx="369332" cy="36933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</p:grpSp>
              <p:sp>
                <p:nvSpPr>
                  <p:cNvPr id="1407" name="TextBox 1406">
                    <a:extLst>
                      <a:ext uri="{FF2B5EF4-FFF2-40B4-BE49-F238E27FC236}">
                        <a16:creationId xmlns:a16="http://schemas.microsoft.com/office/drawing/2014/main" id="{8AEC159D-CF7F-C607-2499-E5BCE61B3B22}"/>
                      </a:ext>
                    </a:extLst>
                  </p:cNvPr>
                  <p:cNvSpPr txBox="1"/>
                  <p:nvPr/>
                </p:nvSpPr>
                <p:spPr>
                  <a:xfrm>
                    <a:off x="10729663" y="1329007"/>
                    <a:ext cx="2933344" cy="24622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000" b="1" dirty="0"/>
                      <a:t>State</a:t>
                    </a:r>
                  </a:p>
                </p:txBody>
              </p:sp>
              <p:sp>
                <p:nvSpPr>
                  <p:cNvPr id="1408" name="TextBox 1407">
                    <a:extLst>
                      <a:ext uri="{FF2B5EF4-FFF2-40B4-BE49-F238E27FC236}">
                        <a16:creationId xmlns:a16="http://schemas.microsoft.com/office/drawing/2014/main" id="{2E47F4B4-20F3-4538-44EC-A68C1452C58D}"/>
                      </a:ext>
                    </a:extLst>
                  </p:cNvPr>
                  <p:cNvSpPr txBox="1"/>
                  <p:nvPr/>
                </p:nvSpPr>
                <p:spPr>
                  <a:xfrm>
                    <a:off x="11725567" y="1331532"/>
                    <a:ext cx="2933344" cy="24622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000" b="1" dirty="0"/>
                      <a:t>Reward</a:t>
                    </a:r>
                  </a:p>
                </p:txBody>
              </p:sp>
            </p:grpSp>
            <p:grpSp>
              <p:nvGrpSpPr>
                <p:cNvPr id="1428" name="Group 1427">
                  <a:extLst>
                    <a:ext uri="{FF2B5EF4-FFF2-40B4-BE49-F238E27FC236}">
                      <a16:creationId xmlns:a16="http://schemas.microsoft.com/office/drawing/2014/main" id="{2CCC64F7-7673-75A5-7259-C90D5A32274E}"/>
                    </a:ext>
                  </a:extLst>
                </p:cNvPr>
                <p:cNvGrpSpPr/>
                <p:nvPr/>
              </p:nvGrpSpPr>
              <p:grpSpPr>
                <a:xfrm>
                  <a:off x="10147015" y="2097459"/>
                  <a:ext cx="3545729" cy="2916101"/>
                  <a:chOff x="16212555" y="3365030"/>
                  <a:chExt cx="3545729" cy="2916101"/>
                </a:xfrm>
              </p:grpSpPr>
              <p:grpSp>
                <p:nvGrpSpPr>
                  <p:cNvPr id="1414" name="Group 1413">
                    <a:extLst>
                      <a:ext uri="{FF2B5EF4-FFF2-40B4-BE49-F238E27FC236}">
                        <a16:creationId xmlns:a16="http://schemas.microsoft.com/office/drawing/2014/main" id="{B64BE329-F2D1-82C1-BA7E-4030A990B956}"/>
                      </a:ext>
                    </a:extLst>
                  </p:cNvPr>
                  <p:cNvGrpSpPr/>
                  <p:nvPr/>
                </p:nvGrpSpPr>
                <p:grpSpPr>
                  <a:xfrm>
                    <a:off x="16212555" y="3365030"/>
                    <a:ext cx="3545729" cy="2234331"/>
                    <a:chOff x="10684041" y="382916"/>
                    <a:chExt cx="3545729" cy="2234331"/>
                  </a:xfrm>
                </p:grpSpPr>
                <p:grpSp>
                  <p:nvGrpSpPr>
                    <p:cNvPr id="1417" name="Group 1416">
                      <a:extLst>
                        <a:ext uri="{FF2B5EF4-FFF2-40B4-BE49-F238E27FC236}">
                          <a16:creationId xmlns:a16="http://schemas.microsoft.com/office/drawing/2014/main" id="{B9A521BF-5195-1CFA-E7E3-9D45F793130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684042" y="382916"/>
                      <a:ext cx="3545728" cy="343400"/>
                      <a:chOff x="10720058" y="326379"/>
                      <a:chExt cx="3545728" cy="343400"/>
                    </a:xfrm>
                  </p:grpSpPr>
                  <p:sp>
                    <p:nvSpPr>
                      <p:cNvPr id="1426" name="Rounded Rectangle 1425">
                        <a:extLst>
                          <a:ext uri="{FF2B5EF4-FFF2-40B4-BE49-F238E27FC236}">
                            <a16:creationId xmlns:a16="http://schemas.microsoft.com/office/drawing/2014/main" id="{9B742167-AE63-5948-591E-D3ADB30C2D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20058" y="331225"/>
                        <a:ext cx="2113183" cy="338554"/>
                      </a:xfrm>
                      <a:prstGeom prst="roundRect">
                        <a:avLst>
                          <a:gd name="adj" fmla="val 0"/>
                        </a:avLst>
                      </a:prstGeom>
                      <a:solidFill>
                        <a:srgbClr val="F2F2F2"/>
                      </a:solidFill>
                      <a:ln w="38100">
                        <a:solidFill>
                          <a:srgbClr val="857A7B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427" name="TextBox 1426">
                        <a:extLst>
                          <a:ext uri="{FF2B5EF4-FFF2-40B4-BE49-F238E27FC236}">
                            <a16:creationId xmlns:a16="http://schemas.microsoft.com/office/drawing/2014/main" id="{80EC1EBD-DAB9-BEA5-143E-4D70AED3C91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1332442" y="326379"/>
                        <a:ext cx="2933344" cy="3385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sz="1600" b="1" dirty="0"/>
                          <a:t>Action</a:t>
                        </a:r>
                      </a:p>
                    </p:txBody>
                  </p:sp>
                </p:grpSp>
                <p:sp>
                  <p:nvSpPr>
                    <p:cNvPr id="1418" name="Rounded Rectangle 1417">
                      <a:extLst>
                        <a:ext uri="{FF2B5EF4-FFF2-40B4-BE49-F238E27FC236}">
                          <a16:creationId xmlns:a16="http://schemas.microsoft.com/office/drawing/2014/main" id="{36C464A2-0144-C06A-E14A-B7CC5592914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84041" y="743805"/>
                      <a:ext cx="2113183" cy="1873442"/>
                    </a:xfrm>
                    <a:prstGeom prst="roundRect">
                      <a:avLst>
                        <a:gd name="adj" fmla="val 0"/>
                      </a:avLst>
                    </a:prstGeom>
                    <a:solidFill>
                      <a:srgbClr val="857A7B"/>
                    </a:solidFill>
                    <a:ln w="38100">
                      <a:solidFill>
                        <a:srgbClr val="857A7B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419" name="Rectangle 1418">
                      <a:extLst>
                        <a:ext uri="{FF2B5EF4-FFF2-40B4-BE49-F238E27FC236}">
                          <a16:creationId xmlns:a16="http://schemas.microsoft.com/office/drawing/2014/main" id="{A2FC1071-A9E0-48BA-3C74-F404FDDD14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22385" y="766711"/>
                      <a:ext cx="2040713" cy="18031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rgbClr val="F0F0F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grpSp>
                <p:nvGrpSpPr>
                  <p:cNvPr id="1411" name="Group 1410">
                    <a:extLst>
                      <a:ext uri="{FF2B5EF4-FFF2-40B4-BE49-F238E27FC236}">
                        <a16:creationId xmlns:a16="http://schemas.microsoft.com/office/drawing/2014/main" id="{B76429CD-A911-D3A6-24AE-C1D6FD6213CA}"/>
                      </a:ext>
                    </a:extLst>
                  </p:cNvPr>
                  <p:cNvGrpSpPr/>
                  <p:nvPr/>
                </p:nvGrpSpPr>
                <p:grpSpPr>
                  <a:xfrm>
                    <a:off x="16253875" y="3883349"/>
                    <a:ext cx="3080867" cy="2397782"/>
                    <a:chOff x="10198469" y="2573598"/>
                    <a:chExt cx="3422820" cy="2390703"/>
                  </a:xfrm>
                </p:grpSpPr>
                <p:grpSp>
                  <p:nvGrpSpPr>
                    <p:cNvPr id="1350" name="Group 1349">
                      <a:extLst>
                        <a:ext uri="{FF2B5EF4-FFF2-40B4-BE49-F238E27FC236}">
                          <a16:creationId xmlns:a16="http://schemas.microsoft.com/office/drawing/2014/main" id="{1B6F948E-03E5-99D2-BA4C-F7594837A46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31997" y="2573598"/>
                      <a:ext cx="3289292" cy="1542808"/>
                      <a:chOff x="10933940" y="3021992"/>
                      <a:chExt cx="3289292" cy="1542808"/>
                    </a:xfrm>
                  </p:grpSpPr>
                  <p:grpSp>
                    <p:nvGrpSpPr>
                      <p:cNvPr id="1347" name="Group 1346">
                        <a:extLst>
                          <a:ext uri="{FF2B5EF4-FFF2-40B4-BE49-F238E27FC236}">
                            <a16:creationId xmlns:a16="http://schemas.microsoft.com/office/drawing/2014/main" id="{18FA9018-8656-62EB-5587-B9839F802E6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933940" y="3021992"/>
                        <a:ext cx="3289292" cy="597086"/>
                        <a:chOff x="10933940" y="3021992"/>
                        <a:chExt cx="3289292" cy="597086"/>
                      </a:xfrm>
                    </p:grpSpPr>
                    <p:sp>
                      <p:nvSpPr>
                        <p:cNvPr id="1302" name="Rounded Rectangle 1301">
                          <a:extLst>
                            <a:ext uri="{FF2B5EF4-FFF2-40B4-BE49-F238E27FC236}">
                              <a16:creationId xmlns:a16="http://schemas.microsoft.com/office/drawing/2014/main" id="{7C14D9DE-E304-0179-2D1C-366616418AD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933940" y="3021992"/>
                          <a:ext cx="1975236" cy="338554"/>
                        </a:xfrm>
                        <a:prstGeom prst="roundRect">
                          <a:avLst/>
                        </a:prstGeom>
                        <a:solidFill>
                          <a:srgbClr val="F2F2F2"/>
                        </a:solidFill>
                        <a:ln w="38100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sp>
                      <p:nvSpPr>
                        <p:cNvPr id="1303" name="TextBox 1302">
                          <a:extLst>
                            <a:ext uri="{FF2B5EF4-FFF2-40B4-BE49-F238E27FC236}">
                              <a16:creationId xmlns:a16="http://schemas.microsoft.com/office/drawing/2014/main" id="{78E5D496-6AA6-8C30-BC3F-C4B1F3338480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1289888" y="3036030"/>
                          <a:ext cx="2933344" cy="583048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en-US" sz="1400" b="1" dirty="0"/>
                            <a:t>x̂ ~ </a:t>
                          </a:r>
                          <a:r>
                            <a:rPr lang="el-GR" sz="1400" b="1" dirty="0"/>
                            <a:t>π</a:t>
                          </a:r>
                          <a:r>
                            <a:rPr lang="el-GR" sz="1400" b="1" baseline="-25000" dirty="0"/>
                            <a:t>θ</a:t>
                          </a:r>
                          <a:r>
                            <a:rPr lang="el-GR" sz="1400" b="1" dirty="0"/>
                            <a:t>(</a:t>
                          </a:r>
                          <a:r>
                            <a:rPr lang="en-US" sz="1400" b="1" dirty="0"/>
                            <a:t>aₜ | sₜ)</a:t>
                          </a:r>
                        </a:p>
                        <a:p>
                          <a:endParaRPr lang="en-US" dirty="0"/>
                        </a:p>
                      </p:txBody>
                    </p:sp>
                  </p:grpSp>
                  <p:grpSp>
                    <p:nvGrpSpPr>
                      <p:cNvPr id="1349" name="Group 1348">
                        <a:extLst>
                          <a:ext uri="{FF2B5EF4-FFF2-40B4-BE49-F238E27FC236}">
                            <a16:creationId xmlns:a16="http://schemas.microsoft.com/office/drawing/2014/main" id="{AF6B2F33-1BA8-7756-A3D7-EB10E2C09F6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961078" y="3356430"/>
                        <a:ext cx="2317801" cy="1208370"/>
                        <a:chOff x="10961078" y="3356430"/>
                        <a:chExt cx="2317801" cy="1208370"/>
                      </a:xfrm>
                    </p:grpSpPr>
                    <p:grpSp>
                      <p:nvGrpSpPr>
                        <p:cNvPr id="1348" name="Group 1347">
                          <a:extLst>
                            <a:ext uri="{FF2B5EF4-FFF2-40B4-BE49-F238E27FC236}">
                              <a16:creationId xmlns:a16="http://schemas.microsoft.com/office/drawing/2014/main" id="{0576F6D5-DA3D-EC85-D14F-AD888B0EACB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1290168" y="3356430"/>
                          <a:ext cx="1328625" cy="726380"/>
                          <a:chOff x="11290168" y="3356430"/>
                          <a:chExt cx="1328625" cy="726380"/>
                        </a:xfrm>
                      </p:grpSpPr>
                      <p:cxnSp>
                        <p:nvCxnSpPr>
                          <p:cNvPr id="1316" name="Straight Connector 1315">
                            <a:extLst>
                              <a:ext uri="{FF2B5EF4-FFF2-40B4-BE49-F238E27FC236}">
                                <a16:creationId xmlns:a16="http://schemas.microsoft.com/office/drawing/2014/main" id="{77BB0C6B-CFA8-2926-D590-830FE6A336BA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flipH="1">
                            <a:off x="11479301" y="3360546"/>
                            <a:ext cx="190678" cy="347003"/>
                          </a:xfrm>
                          <a:prstGeom prst="line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318" name="Straight Connector 1317">
                            <a:extLst>
                              <a:ext uri="{FF2B5EF4-FFF2-40B4-BE49-F238E27FC236}">
                                <a16:creationId xmlns:a16="http://schemas.microsoft.com/office/drawing/2014/main" id="{38A1973B-EEB9-1BC4-D571-6967CB7F917D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12124544" y="3356430"/>
                            <a:ext cx="245334" cy="323609"/>
                          </a:xfrm>
                          <a:prstGeom prst="line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grpSp>
                        <p:nvGrpSpPr>
                          <p:cNvPr id="1307" name="Group 1306">
                            <a:extLst>
                              <a:ext uri="{FF2B5EF4-FFF2-40B4-BE49-F238E27FC236}">
                                <a16:creationId xmlns:a16="http://schemas.microsoft.com/office/drawing/2014/main" id="{C8B69420-D6A3-E7C5-F1D6-C516B11665B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1325923" y="3572642"/>
                            <a:ext cx="342512" cy="276999"/>
                            <a:chOff x="5809129" y="4189456"/>
                            <a:chExt cx="540520" cy="478214"/>
                          </a:xfrm>
                        </p:grpSpPr>
                        <p:sp>
                          <p:nvSpPr>
                            <p:cNvPr id="1304" name="Rectangle 1303">
                              <a:extLst>
                                <a:ext uri="{FF2B5EF4-FFF2-40B4-BE49-F238E27FC236}">
                                  <a16:creationId xmlns:a16="http://schemas.microsoft.com/office/drawing/2014/main" id="{C4E18193-FB87-A2CF-A293-325BC14E348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09129" y="4231341"/>
                              <a:ext cx="484095" cy="394447"/>
                            </a:xfrm>
                            <a:prstGeom prst="rect">
                              <a:avLst/>
                            </a:prstGeom>
                            <a:solidFill>
                              <a:srgbClr val="B5E3FF"/>
                            </a:solidFill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dirty="0"/>
                            </a:p>
                          </p:txBody>
                        </p:sp>
                        <p:sp>
                          <p:nvSpPr>
                            <p:cNvPr id="1306" name="TextBox 1305">
                              <a:extLst>
                                <a:ext uri="{FF2B5EF4-FFF2-40B4-BE49-F238E27FC236}">
                                  <a16:creationId xmlns:a16="http://schemas.microsoft.com/office/drawing/2014/main" id="{0C70214A-1D4A-FB9B-5C15-03D1549454A1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5846091" y="4189456"/>
                              <a:ext cx="503558" cy="478214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>
                              <a:spAutoFit/>
                            </a:bodyPr>
                            <a:lstStyle/>
                            <a:p>
                              <a:r>
                                <a:rPr lang="en-US" sz="1200" b="1" dirty="0"/>
                                <a:t>x̂ </a:t>
                              </a:r>
                              <a:endParaRPr lang="en-US" sz="1200" dirty="0"/>
                            </a:p>
                          </p:txBody>
                        </p:sp>
                      </p:grpSp>
                      <p:grpSp>
                        <p:nvGrpSpPr>
                          <p:cNvPr id="1314" name="Group 1313">
                            <a:extLst>
                              <a:ext uri="{FF2B5EF4-FFF2-40B4-BE49-F238E27FC236}">
                                <a16:creationId xmlns:a16="http://schemas.microsoft.com/office/drawing/2014/main" id="{0D8DE829-94F0-F3A6-B1E6-43FABFC25BA7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2069037" y="3567759"/>
                            <a:ext cx="498778" cy="285473"/>
                            <a:chOff x="11064365" y="3857369"/>
                            <a:chExt cx="498778" cy="285473"/>
                          </a:xfrm>
                        </p:grpSpPr>
                        <p:sp>
                          <p:nvSpPr>
                            <p:cNvPr id="1309" name="Rectangle 1308">
                              <a:extLst>
                                <a:ext uri="{FF2B5EF4-FFF2-40B4-BE49-F238E27FC236}">
                                  <a16:creationId xmlns:a16="http://schemas.microsoft.com/office/drawing/2014/main" id="{15A4ACBA-3B1B-D5C0-DDD7-BE150DF2AD3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89408" y="3882920"/>
                              <a:ext cx="306757" cy="228478"/>
                            </a:xfrm>
                            <a:prstGeom prst="rect">
                              <a:avLst/>
                            </a:prstGeom>
                            <a:solidFill>
                              <a:srgbClr val="B08BE7"/>
                            </a:solidFill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dirty="0"/>
                            </a:p>
                          </p:txBody>
                        </p:sp>
                        <p:grpSp>
                          <p:nvGrpSpPr>
                            <p:cNvPr id="1313" name="Group 1312">
                              <a:extLst>
                                <a:ext uri="{FF2B5EF4-FFF2-40B4-BE49-F238E27FC236}">
                                  <a16:creationId xmlns:a16="http://schemas.microsoft.com/office/drawing/2014/main" id="{B445C28F-2281-2A4D-CC63-DA9BF9B7A2D9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1064365" y="3857369"/>
                              <a:ext cx="498778" cy="285473"/>
                              <a:chOff x="10704439" y="3732771"/>
                              <a:chExt cx="498778" cy="285473"/>
                            </a:xfrm>
                          </p:grpSpPr>
                          <mc:AlternateContent xmlns:mc="http://schemas.openxmlformats.org/markup-compatibility/2006" xmlns:a14="http://schemas.microsoft.com/office/drawing/2010/main">
                            <mc:Choice Requires="a14">
                              <p:sp>
                                <p:nvSpPr>
                                  <p:cNvPr id="1311" name="TextBox 1310">
                                    <a:extLst>
                                      <a:ext uri="{FF2B5EF4-FFF2-40B4-BE49-F238E27FC236}">
                                        <a16:creationId xmlns:a16="http://schemas.microsoft.com/office/drawing/2014/main" id="{8996521A-EA2E-85E8-453C-ED71A7ECEF5A}"/>
                                      </a:ext>
                                    </a:extLst>
                                  </p:cNvPr>
                                  <p:cNvSpPr txBox="1"/>
                                  <p:nvPr/>
                                </p:nvSpPr>
                                <p:spPr>
                                  <a:xfrm>
                                    <a:off x="10704439" y="3741245"/>
                                    <a:ext cx="444500" cy="276999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</p:spPr>
                                <p:txBody>
                                  <a:bodyPr wrap="square" rtlCol="0">
                                    <a:spAutoFit/>
                                  </a:bodyPr>
                                  <a:lstStyle/>
                                  <a:p>
                                    <a:pPr/>
                                    <a14:m>
                                      <m:oMathPara xmlns:m="http://schemas.openxmlformats.org/officeDocument/2006/math">
                                        <m:oMathParaPr>
                                          <m:jc m:val="centerGroup"/>
                                        </m:oMathParaPr>
                                        <m:oMath xmlns:m="http://schemas.openxmlformats.org/officeDocument/2006/math">
                                          <m:r>
                                            <m:rPr>
                                              <m:nor/>
                                            </m:rPr>
                                            <a:rPr lang="en-US" sz="1200"/>
                                            <m:t>¬</m:t>
                                          </m:r>
                                        </m:oMath>
                                      </m:oMathPara>
                                    </a14:m>
                                    <a:endParaRPr lang="en-US" sz="1200" dirty="0"/>
                                  </a:p>
                                </p:txBody>
                              </p:sp>
                            </mc:Choice>
                            <mc:Fallback xmlns="">
                              <p:sp>
                                <p:nvSpPr>
                                  <p:cNvPr id="1311" name="TextBox 1310">
                                    <a:extLst>
                                      <a:ext uri="{FF2B5EF4-FFF2-40B4-BE49-F238E27FC236}">
                                        <a16:creationId xmlns:a16="http://schemas.microsoft.com/office/drawing/2014/main" id="{24A9ED28-B475-F42C-CEDE-E73A4A469E80}"/>
                                      </a:ext>
                                    </a:extLst>
                                  </p:cNvPr>
                                  <p:cNvSpPr txBox="1">
                                    <a:spLocks noRot="1" noChangeAspect="1" noMove="1" noResize="1" noEditPoints="1" noAdjustHandles="1" noChangeArrowheads="1" noChangeShapeType="1" noTextEdit="1"/>
                                  </p:cNvSpPr>
                                  <p:nvPr/>
                                </p:nvSpPr>
                                <p:spPr>
                                  <a:xfrm>
                                    <a:off x="10704439" y="3741245"/>
                                    <a:ext cx="444500" cy="276999"/>
                                  </a:xfrm>
                                  <a:prstGeom prst="rect">
                                    <a:avLst/>
                                  </a:prstGeom>
                                  <a:blipFill>
                                    <a:blip r:embed="rId22"/>
                                    <a:stretch>
                                      <a:fillRect/>
                                    </a:stretch>
                                  </a:blipFill>
                                </p:spPr>
                                <p:txBody>
                                  <a:bodyPr/>
                                  <a:lstStyle/>
                                  <a:p>
                                    <a:r>
                                      <a:rPr lang="en-US">
                                        <a:noFill/>
                                      </a:rPr>
                                      <a:t> </a:t>
                                    </a:r>
                                  </a:p>
                                </p:txBody>
                              </p:sp>
                            </mc:Fallback>
                          </mc:AlternateContent>
                          <p:sp>
                            <p:nvSpPr>
                              <p:cNvPr id="1312" name="TextBox 1311">
                                <a:extLst>
                                  <a:ext uri="{FF2B5EF4-FFF2-40B4-BE49-F238E27FC236}">
                                    <a16:creationId xmlns:a16="http://schemas.microsoft.com/office/drawing/2014/main" id="{7797A25B-E497-F539-F77D-6718715E1F93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10884127" y="3732771"/>
                                <a:ext cx="319090" cy="276999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>
                                <a:spAutoFit/>
                              </a:bodyPr>
                              <a:lstStyle/>
                              <a:p>
                                <a:r>
                                  <a:rPr lang="en-US" sz="1200" b="1" dirty="0"/>
                                  <a:t>x̂ </a:t>
                                </a:r>
                                <a:endParaRPr lang="en-US" sz="1200" dirty="0"/>
                              </a:p>
                            </p:txBody>
                          </p:sp>
                        </p:grpSp>
                      </p:grpSp>
                      <p:cxnSp>
                        <p:nvCxnSpPr>
                          <p:cNvPr id="1325" name="Straight Arrow Connector 1324">
                            <a:extLst>
                              <a:ext uri="{FF2B5EF4-FFF2-40B4-BE49-F238E27FC236}">
                                <a16:creationId xmlns:a16="http://schemas.microsoft.com/office/drawing/2014/main" id="{0E38D4C7-BC48-8D0C-2324-591690D0C064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flipH="1">
                            <a:off x="11290168" y="3819131"/>
                            <a:ext cx="141500" cy="263679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  <a:tailEnd type="triangle"/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329" name="Straight Arrow Connector 1328">
                            <a:extLst>
                              <a:ext uri="{FF2B5EF4-FFF2-40B4-BE49-F238E27FC236}">
                                <a16:creationId xmlns:a16="http://schemas.microsoft.com/office/drawing/2014/main" id="{18BC627B-80D3-21C6-4DF1-77B721D8E917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12431394" y="3822193"/>
                            <a:ext cx="187399" cy="260617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  <a:tailEnd type="triangle"/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grpSp>
                      <p:nvGrpSpPr>
                        <p:cNvPr id="1340" name="Group 1339">
                          <a:extLst>
                            <a:ext uri="{FF2B5EF4-FFF2-40B4-BE49-F238E27FC236}">
                              <a16:creationId xmlns:a16="http://schemas.microsoft.com/office/drawing/2014/main" id="{D5D35075-7608-875D-7262-C3A5A28092D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0961078" y="4088946"/>
                          <a:ext cx="616648" cy="475854"/>
                          <a:chOff x="10961078" y="4088946"/>
                          <a:chExt cx="616648" cy="475854"/>
                        </a:xfrm>
                      </p:grpSpPr>
                      <p:sp>
                        <p:nvSpPr>
                          <p:cNvPr id="1321" name="Rounded Rectangle 1320">
                            <a:extLst>
                              <a:ext uri="{FF2B5EF4-FFF2-40B4-BE49-F238E27FC236}">
                                <a16:creationId xmlns:a16="http://schemas.microsoft.com/office/drawing/2014/main" id="{05BBA08A-A2F2-EF31-870D-A6561FDE358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961078" y="4088946"/>
                            <a:ext cx="616648" cy="317500"/>
                          </a:xfrm>
                          <a:prstGeom prst="roundRect">
                            <a:avLst/>
                          </a:prstGeom>
                          <a:solidFill>
                            <a:srgbClr val="F2F2F2"/>
                          </a:solidFill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dirty="0"/>
                          </a:p>
                        </p:txBody>
                      </p:sp>
                      <p:cxnSp>
                        <p:nvCxnSpPr>
                          <p:cNvPr id="1336" name="Straight Arrow Connector 1335">
                            <a:extLst>
                              <a:ext uri="{FF2B5EF4-FFF2-40B4-BE49-F238E27FC236}">
                                <a16:creationId xmlns:a16="http://schemas.microsoft.com/office/drawing/2014/main" id="{CA58EE30-EFB2-B179-E3A4-D0AE246C7288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flipH="1">
                            <a:off x="11109600" y="4406446"/>
                            <a:ext cx="63955" cy="158354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  <a:tailEnd type="triangle"/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338" name="Straight Arrow Connector 1337">
                            <a:extLst>
                              <a:ext uri="{FF2B5EF4-FFF2-40B4-BE49-F238E27FC236}">
                                <a16:creationId xmlns:a16="http://schemas.microsoft.com/office/drawing/2014/main" id="{88E7C082-4E21-EEB0-2E2E-6206C5B38344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11322077" y="4406446"/>
                            <a:ext cx="105713" cy="149954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  <a:tailEnd type="triangle"/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grpSp>
                      <p:nvGrpSpPr>
                        <p:cNvPr id="1341" name="Group 1340">
                          <a:extLst>
                            <a:ext uri="{FF2B5EF4-FFF2-40B4-BE49-F238E27FC236}">
                              <a16:creationId xmlns:a16="http://schemas.microsoft.com/office/drawing/2014/main" id="{E338B469-CE09-9235-1B12-FDF79DCDBDC0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2292528" y="4088946"/>
                          <a:ext cx="616648" cy="475854"/>
                          <a:chOff x="10961078" y="4088946"/>
                          <a:chExt cx="616648" cy="475854"/>
                        </a:xfrm>
                      </p:grpSpPr>
                      <p:sp>
                        <p:nvSpPr>
                          <p:cNvPr id="1342" name="Rounded Rectangle 1341">
                            <a:extLst>
                              <a:ext uri="{FF2B5EF4-FFF2-40B4-BE49-F238E27FC236}">
                                <a16:creationId xmlns:a16="http://schemas.microsoft.com/office/drawing/2014/main" id="{E7FD0106-1E23-D7D7-F26F-CCA1F328F5B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961078" y="4088946"/>
                            <a:ext cx="616648" cy="317500"/>
                          </a:xfrm>
                          <a:prstGeom prst="roundRect">
                            <a:avLst/>
                          </a:prstGeom>
                          <a:solidFill>
                            <a:srgbClr val="F2F2F2"/>
                          </a:solidFill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dirty="0"/>
                          </a:p>
                        </p:txBody>
                      </p:sp>
                      <p:cxnSp>
                        <p:nvCxnSpPr>
                          <p:cNvPr id="1343" name="Straight Arrow Connector 1342">
                            <a:extLst>
                              <a:ext uri="{FF2B5EF4-FFF2-40B4-BE49-F238E27FC236}">
                                <a16:creationId xmlns:a16="http://schemas.microsoft.com/office/drawing/2014/main" id="{9FF9B346-3507-5A1D-B391-38A2A2A78F95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flipH="1">
                            <a:off x="11109600" y="4406446"/>
                            <a:ext cx="63955" cy="158354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  <a:tailEnd type="triangle"/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344" name="Straight Arrow Connector 1343">
                            <a:extLst>
                              <a:ext uri="{FF2B5EF4-FFF2-40B4-BE49-F238E27FC236}">
                                <a16:creationId xmlns:a16="http://schemas.microsoft.com/office/drawing/2014/main" id="{E198C9AA-4ACB-0983-E63E-B3BC3B62C86F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11322077" y="4406446"/>
                            <a:ext cx="105713" cy="149954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  <a:tailEnd type="triangle"/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sp>
                      <p:nvSpPr>
                        <p:cNvPr id="1345" name="TextBox 1344">
                          <a:extLst>
                            <a:ext uri="{FF2B5EF4-FFF2-40B4-BE49-F238E27FC236}">
                              <a16:creationId xmlns:a16="http://schemas.microsoft.com/office/drawing/2014/main" id="{91541D1D-8451-2466-5D74-E27C7906F61A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1071568" y="4015198"/>
                          <a:ext cx="874643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en-US" dirty="0"/>
                            <a:t>...</a:t>
                          </a:r>
                        </a:p>
                      </p:txBody>
                    </p:sp>
                    <p:sp>
                      <p:nvSpPr>
                        <p:cNvPr id="1346" name="TextBox 1345">
                          <a:extLst>
                            <a:ext uri="{FF2B5EF4-FFF2-40B4-BE49-F238E27FC236}">
                              <a16:creationId xmlns:a16="http://schemas.microsoft.com/office/drawing/2014/main" id="{A6B5E305-D978-332D-2ACB-88BBD5F966C7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2404236" y="4000036"/>
                          <a:ext cx="874643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en-US" dirty="0"/>
                            <a:t>...</a:t>
                          </a:r>
                        </a:p>
                      </p:txBody>
                    </p:sp>
                  </p:grpSp>
                </p:grpSp>
                <p:sp>
                  <p:nvSpPr>
                    <p:cNvPr id="1361" name="TextBox 1360">
                      <a:extLst>
                        <a:ext uri="{FF2B5EF4-FFF2-40B4-BE49-F238E27FC236}">
                          <a16:creationId xmlns:a16="http://schemas.microsoft.com/office/drawing/2014/main" id="{A2200C8B-9B49-0910-D22B-A61B4532034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198469" y="4379526"/>
                      <a:ext cx="2194102" cy="58477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1600" b="1" dirty="0"/>
                        <a:t>Policy-Guided Variable Selection</a:t>
                      </a:r>
                      <a:endParaRPr lang="en-US" sz="16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</p:grpSp>
            <p:grpSp>
              <p:nvGrpSpPr>
                <p:cNvPr id="1430" name="Group 1429">
                  <a:extLst>
                    <a:ext uri="{FF2B5EF4-FFF2-40B4-BE49-F238E27FC236}">
                      <a16:creationId xmlns:a16="http://schemas.microsoft.com/office/drawing/2014/main" id="{8D03601C-F2B1-5E06-050A-B4518059785C}"/>
                    </a:ext>
                  </a:extLst>
                </p:cNvPr>
                <p:cNvGrpSpPr/>
                <p:nvPr/>
              </p:nvGrpSpPr>
              <p:grpSpPr>
                <a:xfrm>
                  <a:off x="9836698" y="537774"/>
                  <a:ext cx="1308816" cy="1087924"/>
                  <a:chOff x="10695457" y="741533"/>
                  <a:chExt cx="1308816" cy="1087924"/>
                </a:xfrm>
              </p:grpSpPr>
              <p:sp>
                <p:nvSpPr>
                  <p:cNvPr id="1434" name="Rounded Rectangle 1433">
                    <a:extLst>
                      <a:ext uri="{FF2B5EF4-FFF2-40B4-BE49-F238E27FC236}">
                        <a16:creationId xmlns:a16="http://schemas.microsoft.com/office/drawing/2014/main" id="{428FA5BA-E8F9-1B97-424A-54D2EF8BE3E1}"/>
                      </a:ext>
                    </a:extLst>
                  </p:cNvPr>
                  <p:cNvSpPr/>
                  <p:nvPr/>
                </p:nvSpPr>
                <p:spPr>
                  <a:xfrm>
                    <a:off x="10695457" y="741533"/>
                    <a:ext cx="1294318" cy="581325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rgbClr val="857A7B"/>
                  </a:solidFill>
                  <a:ln w="38100">
                    <a:solidFill>
                      <a:srgbClr val="857A7B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435" name="Rectangle 1434">
                    <a:extLst>
                      <a:ext uri="{FF2B5EF4-FFF2-40B4-BE49-F238E27FC236}">
                        <a16:creationId xmlns:a16="http://schemas.microsoft.com/office/drawing/2014/main" id="{FC6BE85E-C78B-20F7-55C8-3AF6D08B1FB8}"/>
                      </a:ext>
                    </a:extLst>
                  </p:cNvPr>
                  <p:cNvSpPr/>
                  <p:nvPr/>
                </p:nvSpPr>
                <p:spPr>
                  <a:xfrm>
                    <a:off x="10722385" y="766712"/>
                    <a:ext cx="1241545" cy="52615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F0F0F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443" name="TextBox 1442">
                    <a:extLst>
                      <a:ext uri="{FF2B5EF4-FFF2-40B4-BE49-F238E27FC236}">
                        <a16:creationId xmlns:a16="http://schemas.microsoft.com/office/drawing/2014/main" id="{9ECEF5B8-84DE-9678-48D6-4F5702B25C8C}"/>
                      </a:ext>
                    </a:extLst>
                  </p:cNvPr>
                  <p:cNvSpPr txBox="1"/>
                  <p:nvPr/>
                </p:nvSpPr>
                <p:spPr>
                  <a:xfrm>
                    <a:off x="10709955" y="1367792"/>
                    <a:ext cx="1294318" cy="46166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200" b="1" dirty="0"/>
                      <a:t>Policy Optimizer (PPO)</a:t>
                    </a:r>
                  </a:p>
                </p:txBody>
              </p:sp>
            </p:grpSp>
            <p:cxnSp>
              <p:nvCxnSpPr>
                <p:cNvPr id="1447" name="Straight Arrow Connector 1446">
                  <a:extLst>
                    <a:ext uri="{FF2B5EF4-FFF2-40B4-BE49-F238E27FC236}">
                      <a16:creationId xmlns:a16="http://schemas.microsoft.com/office/drawing/2014/main" id="{AA8304B7-DAA2-7E4E-6E49-6952E65CE2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175068" y="735562"/>
                  <a:ext cx="299001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457" name="Group 1456">
                  <a:extLst>
                    <a:ext uri="{FF2B5EF4-FFF2-40B4-BE49-F238E27FC236}">
                      <a16:creationId xmlns:a16="http://schemas.microsoft.com/office/drawing/2014/main" id="{EDCF6C20-F6E6-3430-DBAD-F2E7AD824A5B}"/>
                    </a:ext>
                  </a:extLst>
                </p:cNvPr>
                <p:cNvGrpSpPr/>
                <p:nvPr/>
              </p:nvGrpSpPr>
              <p:grpSpPr>
                <a:xfrm>
                  <a:off x="9150105" y="717772"/>
                  <a:ext cx="615649" cy="256560"/>
                  <a:chOff x="9150105" y="717772"/>
                  <a:chExt cx="615649" cy="256560"/>
                </a:xfrm>
              </p:grpSpPr>
              <p:cxnSp>
                <p:nvCxnSpPr>
                  <p:cNvPr id="1451" name="Straight Connector 1450">
                    <a:extLst>
                      <a:ext uri="{FF2B5EF4-FFF2-40B4-BE49-F238E27FC236}">
                        <a16:creationId xmlns:a16="http://schemas.microsoft.com/office/drawing/2014/main" id="{264F600D-4696-8BF7-884F-977AC44D18C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9150105" y="735562"/>
                    <a:ext cx="615649" cy="0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53" name="Straight Arrow Connector 1452">
                    <a:extLst>
                      <a:ext uri="{FF2B5EF4-FFF2-40B4-BE49-F238E27FC236}">
                        <a16:creationId xmlns:a16="http://schemas.microsoft.com/office/drawing/2014/main" id="{987BACCD-FD2C-F65C-7141-18D39D02CEC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152823" y="717772"/>
                    <a:ext cx="0" cy="256560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458" name="Group 1457">
                  <a:extLst>
                    <a:ext uri="{FF2B5EF4-FFF2-40B4-BE49-F238E27FC236}">
                      <a16:creationId xmlns:a16="http://schemas.microsoft.com/office/drawing/2014/main" id="{430E1B0B-126E-4D9F-D507-0A684FEE1A62}"/>
                    </a:ext>
                  </a:extLst>
                </p:cNvPr>
                <p:cNvGrpSpPr/>
                <p:nvPr/>
              </p:nvGrpSpPr>
              <p:grpSpPr>
                <a:xfrm rot="5400000">
                  <a:off x="13195547" y="1293222"/>
                  <a:ext cx="1471618" cy="356301"/>
                  <a:chOff x="8948152" y="897268"/>
                  <a:chExt cx="1471618" cy="356301"/>
                </a:xfrm>
              </p:grpSpPr>
              <p:cxnSp>
                <p:nvCxnSpPr>
                  <p:cNvPr id="1459" name="Straight Connector 1458">
                    <a:extLst>
                      <a:ext uri="{FF2B5EF4-FFF2-40B4-BE49-F238E27FC236}">
                        <a16:creationId xmlns:a16="http://schemas.microsoft.com/office/drawing/2014/main" id="{AB4C2BE6-2CD1-2361-CDEA-890784B0199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V="1">
                    <a:off x="9683961" y="172537"/>
                    <a:ext cx="0" cy="1471618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60" name="Straight Arrow Connector 1459">
                    <a:extLst>
                      <a:ext uri="{FF2B5EF4-FFF2-40B4-BE49-F238E27FC236}">
                        <a16:creationId xmlns:a16="http://schemas.microsoft.com/office/drawing/2014/main" id="{0FA187DC-34EA-809D-4045-F21143D3342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8770005" y="1075419"/>
                    <a:ext cx="356301" cy="0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359" name="Straight Arrow Connector 1358">
                <a:extLst>
                  <a:ext uri="{FF2B5EF4-FFF2-40B4-BE49-F238E27FC236}">
                    <a16:creationId xmlns:a16="http://schemas.microsoft.com/office/drawing/2014/main" id="{36E7D0DE-A3B4-E108-8FC3-C3F7E1D3C4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71338" y="3191269"/>
                <a:ext cx="622325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638" name="Straight Arrow Connector 1637">
            <a:extLst>
              <a:ext uri="{FF2B5EF4-FFF2-40B4-BE49-F238E27FC236}">
                <a16:creationId xmlns:a16="http://schemas.microsoft.com/office/drawing/2014/main" id="{F6C4BD84-0D6C-40E7-09A5-18389B4DA5E2}"/>
              </a:ext>
            </a:extLst>
          </p:cNvPr>
          <p:cNvCxnSpPr>
            <a:cxnSpLocks/>
          </p:cNvCxnSpPr>
          <p:nvPr/>
        </p:nvCxnSpPr>
        <p:spPr>
          <a:xfrm>
            <a:off x="17523409" y="3428997"/>
            <a:ext cx="62232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47" name="Group 1646">
            <a:extLst>
              <a:ext uri="{FF2B5EF4-FFF2-40B4-BE49-F238E27FC236}">
                <a16:creationId xmlns:a16="http://schemas.microsoft.com/office/drawing/2014/main" id="{E78E62EB-0A87-93F0-4E7E-CDEAA2AABB14}"/>
              </a:ext>
            </a:extLst>
          </p:cNvPr>
          <p:cNvGrpSpPr/>
          <p:nvPr/>
        </p:nvGrpSpPr>
        <p:grpSpPr>
          <a:xfrm>
            <a:off x="8324697" y="4738440"/>
            <a:ext cx="2113183" cy="491445"/>
            <a:chOff x="8356593" y="4671336"/>
            <a:chExt cx="2113183" cy="491445"/>
          </a:xfrm>
        </p:grpSpPr>
        <p:grpSp>
          <p:nvGrpSpPr>
            <p:cNvPr id="1645" name="Group 1644">
              <a:extLst>
                <a:ext uri="{FF2B5EF4-FFF2-40B4-BE49-F238E27FC236}">
                  <a16:creationId xmlns:a16="http://schemas.microsoft.com/office/drawing/2014/main" id="{235CB283-EAE1-9FD6-4EAE-8C2D20703A84}"/>
                </a:ext>
              </a:extLst>
            </p:cNvPr>
            <p:cNvGrpSpPr/>
            <p:nvPr/>
          </p:nvGrpSpPr>
          <p:grpSpPr>
            <a:xfrm>
              <a:off x="8356593" y="4671336"/>
              <a:ext cx="2113183" cy="491445"/>
              <a:chOff x="5770524" y="317859"/>
              <a:chExt cx="3821133" cy="777140"/>
            </a:xfrm>
          </p:grpSpPr>
          <p:sp>
            <p:nvSpPr>
              <p:cNvPr id="1644" name="Rectangle 1643">
                <a:extLst>
                  <a:ext uri="{FF2B5EF4-FFF2-40B4-BE49-F238E27FC236}">
                    <a16:creationId xmlns:a16="http://schemas.microsoft.com/office/drawing/2014/main" id="{AE38965B-2944-3B3A-1966-7C05F23A125C}"/>
                  </a:ext>
                </a:extLst>
              </p:cNvPr>
              <p:cNvSpPr/>
              <p:nvPr/>
            </p:nvSpPr>
            <p:spPr>
              <a:xfrm>
                <a:off x="5770524" y="317859"/>
                <a:ext cx="3756913" cy="697714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rgbClr val="E6A1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43" name="Rectangle 1642">
                <a:extLst>
                  <a:ext uri="{FF2B5EF4-FFF2-40B4-BE49-F238E27FC236}">
                    <a16:creationId xmlns:a16="http://schemas.microsoft.com/office/drawing/2014/main" id="{D8424D62-E689-15CD-71C3-C331CD7CBB8D}"/>
                  </a:ext>
                </a:extLst>
              </p:cNvPr>
              <p:cNvSpPr/>
              <p:nvPr/>
            </p:nvSpPr>
            <p:spPr>
              <a:xfrm>
                <a:off x="5829921" y="376116"/>
                <a:ext cx="3756913" cy="697714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rgbClr val="F9F7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42" name="Rectangle 1641">
                <a:extLst>
                  <a:ext uri="{FF2B5EF4-FFF2-40B4-BE49-F238E27FC236}">
                    <a16:creationId xmlns:a16="http://schemas.microsoft.com/office/drawing/2014/main" id="{5A0498FE-C894-BBB2-D44C-2FC7428B0958}"/>
                  </a:ext>
                </a:extLst>
              </p:cNvPr>
              <p:cNvSpPr/>
              <p:nvPr/>
            </p:nvSpPr>
            <p:spPr>
              <a:xfrm>
                <a:off x="5834744" y="397286"/>
                <a:ext cx="3756913" cy="697713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857A7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646" name="TextBox 1645">
              <a:extLst>
                <a:ext uri="{FF2B5EF4-FFF2-40B4-BE49-F238E27FC236}">
                  <a16:creationId xmlns:a16="http://schemas.microsoft.com/office/drawing/2014/main" id="{97E4F4CD-C5CD-FB76-5D32-F6FE8D1893C2}"/>
                </a:ext>
              </a:extLst>
            </p:cNvPr>
            <p:cNvSpPr txBox="1"/>
            <p:nvPr/>
          </p:nvSpPr>
          <p:spPr>
            <a:xfrm>
              <a:off x="8490026" y="4765032"/>
              <a:ext cx="18764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MAML Initialisation</a:t>
              </a:r>
            </a:p>
          </p:txBody>
        </p:sp>
      </p:grpSp>
      <p:cxnSp>
        <p:nvCxnSpPr>
          <p:cNvPr id="1649" name="Straight Arrow Connector 1648">
            <a:extLst>
              <a:ext uri="{FF2B5EF4-FFF2-40B4-BE49-F238E27FC236}">
                <a16:creationId xmlns:a16="http://schemas.microsoft.com/office/drawing/2014/main" id="{5C4AF127-0DDC-3A22-F031-44F4C77FB374}"/>
              </a:ext>
            </a:extLst>
          </p:cNvPr>
          <p:cNvCxnSpPr>
            <a:cxnSpLocks/>
          </p:cNvCxnSpPr>
          <p:nvPr/>
        </p:nvCxnSpPr>
        <p:spPr>
          <a:xfrm flipV="1">
            <a:off x="7262523" y="4130808"/>
            <a:ext cx="0" cy="889292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4" name="Straight Connector 1653">
            <a:extLst>
              <a:ext uri="{FF2B5EF4-FFF2-40B4-BE49-F238E27FC236}">
                <a16:creationId xmlns:a16="http://schemas.microsoft.com/office/drawing/2014/main" id="{9A9368BC-3340-9645-A422-8256CC96820E}"/>
              </a:ext>
            </a:extLst>
          </p:cNvPr>
          <p:cNvCxnSpPr>
            <a:cxnSpLocks/>
          </p:cNvCxnSpPr>
          <p:nvPr/>
        </p:nvCxnSpPr>
        <p:spPr>
          <a:xfrm>
            <a:off x="7308844" y="5009276"/>
            <a:ext cx="931780" cy="0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8" name="Straight Connector 1657">
            <a:extLst>
              <a:ext uri="{FF2B5EF4-FFF2-40B4-BE49-F238E27FC236}">
                <a16:creationId xmlns:a16="http://schemas.microsoft.com/office/drawing/2014/main" id="{9F768456-1B52-631B-B11E-35E45CF2E3CB}"/>
              </a:ext>
            </a:extLst>
          </p:cNvPr>
          <p:cNvCxnSpPr>
            <a:cxnSpLocks/>
          </p:cNvCxnSpPr>
          <p:nvPr/>
        </p:nvCxnSpPr>
        <p:spPr>
          <a:xfrm>
            <a:off x="10500647" y="4995889"/>
            <a:ext cx="931780" cy="0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9" name="Straight Arrow Connector 1658">
            <a:extLst>
              <a:ext uri="{FF2B5EF4-FFF2-40B4-BE49-F238E27FC236}">
                <a16:creationId xmlns:a16="http://schemas.microsoft.com/office/drawing/2014/main" id="{00B631CD-04A7-75FF-740B-F0C9045887CF}"/>
              </a:ext>
            </a:extLst>
          </p:cNvPr>
          <p:cNvCxnSpPr>
            <a:cxnSpLocks/>
          </p:cNvCxnSpPr>
          <p:nvPr/>
        </p:nvCxnSpPr>
        <p:spPr>
          <a:xfrm flipV="1">
            <a:off x="11432427" y="4119984"/>
            <a:ext cx="0" cy="889292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E88D06EA-5555-754A-E8DF-17673F33ED05}"/>
              </a:ext>
            </a:extLst>
          </p:cNvPr>
          <p:cNvGrpSpPr/>
          <p:nvPr/>
        </p:nvGrpSpPr>
        <p:grpSpPr>
          <a:xfrm>
            <a:off x="8322030" y="4738440"/>
            <a:ext cx="2113183" cy="491445"/>
            <a:chOff x="8356593" y="4671336"/>
            <a:chExt cx="2113183" cy="49144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57D5C39-648B-F80C-A68C-85D48D3ED22E}"/>
                </a:ext>
              </a:extLst>
            </p:cNvPr>
            <p:cNvGrpSpPr/>
            <p:nvPr/>
          </p:nvGrpSpPr>
          <p:grpSpPr>
            <a:xfrm>
              <a:off x="8356593" y="4671336"/>
              <a:ext cx="2113183" cy="491445"/>
              <a:chOff x="5770524" y="317859"/>
              <a:chExt cx="3821133" cy="77714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29DD0C2-8FF5-54F8-9DBA-82EAA45CF67C}"/>
                  </a:ext>
                </a:extLst>
              </p:cNvPr>
              <p:cNvSpPr/>
              <p:nvPr/>
            </p:nvSpPr>
            <p:spPr>
              <a:xfrm>
                <a:off x="5770524" y="317859"/>
                <a:ext cx="3756913" cy="697714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rgbClr val="6A4BE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0B6ADA6-B464-6D28-B66C-7B85AB8D896A}"/>
                  </a:ext>
                </a:extLst>
              </p:cNvPr>
              <p:cNvSpPr/>
              <p:nvPr/>
            </p:nvSpPr>
            <p:spPr>
              <a:xfrm>
                <a:off x="5829921" y="376116"/>
                <a:ext cx="3756913" cy="697714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rgbClr val="00B0E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45013259-FF57-2F90-856E-8F7DD33F8939}"/>
                  </a:ext>
                </a:extLst>
              </p:cNvPr>
              <p:cNvSpPr/>
              <p:nvPr/>
            </p:nvSpPr>
            <p:spPr>
              <a:xfrm>
                <a:off x="5834744" y="397286"/>
                <a:ext cx="3756913" cy="697713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857A7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CA2819D-6F51-AA40-BF7A-6D6ACC91C124}"/>
                </a:ext>
              </a:extLst>
            </p:cNvPr>
            <p:cNvSpPr txBox="1"/>
            <p:nvPr/>
          </p:nvSpPr>
          <p:spPr>
            <a:xfrm>
              <a:off x="8490026" y="4765032"/>
              <a:ext cx="18764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MAML Initialisation</a:t>
              </a:r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9446C29B-0789-3591-73B3-189301796223}"/>
              </a:ext>
            </a:extLst>
          </p:cNvPr>
          <p:cNvSpPr/>
          <p:nvPr/>
        </p:nvSpPr>
        <p:spPr>
          <a:xfrm>
            <a:off x="9623774" y="2930977"/>
            <a:ext cx="117065" cy="11879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BAC24B8-019B-194C-3948-FD2ED38C05A6}"/>
              </a:ext>
            </a:extLst>
          </p:cNvPr>
          <p:cNvSpPr/>
          <p:nvPr/>
        </p:nvSpPr>
        <p:spPr>
          <a:xfrm>
            <a:off x="9470499" y="2471341"/>
            <a:ext cx="117065" cy="11879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456B77F-6730-8793-C31C-9A5EB027F774}"/>
              </a:ext>
            </a:extLst>
          </p:cNvPr>
          <p:cNvSpPr/>
          <p:nvPr/>
        </p:nvSpPr>
        <p:spPr>
          <a:xfrm>
            <a:off x="9622899" y="2623741"/>
            <a:ext cx="117065" cy="11879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4D0B837-341D-2E5D-3EA6-7A52082A9CD9}"/>
              </a:ext>
            </a:extLst>
          </p:cNvPr>
          <p:cNvSpPr/>
          <p:nvPr/>
        </p:nvSpPr>
        <p:spPr>
          <a:xfrm>
            <a:off x="9169420" y="2777573"/>
            <a:ext cx="117065" cy="11879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CBDB1E6-106F-D5ED-92C3-69FB132BB7C0}"/>
              </a:ext>
            </a:extLst>
          </p:cNvPr>
          <p:cNvSpPr/>
          <p:nvPr/>
        </p:nvSpPr>
        <p:spPr>
          <a:xfrm>
            <a:off x="9321820" y="2929973"/>
            <a:ext cx="117065" cy="11879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ACC44CC-ABCE-280C-786A-5771E8F44F6D}"/>
              </a:ext>
            </a:extLst>
          </p:cNvPr>
          <p:cNvSpPr/>
          <p:nvPr/>
        </p:nvSpPr>
        <p:spPr>
          <a:xfrm>
            <a:off x="9321820" y="3085610"/>
            <a:ext cx="117065" cy="11879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13D9F1F-ADEE-4DFD-C590-AF62AD4693A7}"/>
              </a:ext>
            </a:extLst>
          </p:cNvPr>
          <p:cNvSpPr/>
          <p:nvPr/>
        </p:nvSpPr>
        <p:spPr>
          <a:xfrm>
            <a:off x="9622899" y="2470123"/>
            <a:ext cx="117065" cy="11879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55C96CE-B42D-43C8-FD5F-F9EBB6E6A9AD}"/>
              </a:ext>
            </a:extLst>
          </p:cNvPr>
          <p:cNvSpPr/>
          <p:nvPr/>
        </p:nvSpPr>
        <p:spPr>
          <a:xfrm>
            <a:off x="9169419" y="2470123"/>
            <a:ext cx="117065" cy="11879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82BE43B-26D1-D3D3-CE54-68188C36EEBC}"/>
              </a:ext>
            </a:extLst>
          </p:cNvPr>
          <p:cNvSpPr/>
          <p:nvPr/>
        </p:nvSpPr>
        <p:spPr>
          <a:xfrm>
            <a:off x="9169418" y="2319095"/>
            <a:ext cx="117065" cy="11879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51F3E9B-4760-58D1-42AE-11BB87E531DD}"/>
              </a:ext>
            </a:extLst>
          </p:cNvPr>
          <p:cNvSpPr/>
          <p:nvPr/>
        </p:nvSpPr>
        <p:spPr>
          <a:xfrm>
            <a:off x="9933290" y="2470122"/>
            <a:ext cx="117065" cy="11879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28CAADC-AD09-386A-917E-A02EE926697A}"/>
              </a:ext>
            </a:extLst>
          </p:cNvPr>
          <p:cNvSpPr/>
          <p:nvPr/>
        </p:nvSpPr>
        <p:spPr>
          <a:xfrm>
            <a:off x="9932104" y="2931300"/>
            <a:ext cx="123199" cy="11879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8A1E00B-D93C-7F08-3F58-8F81325A4720}"/>
              </a:ext>
            </a:extLst>
          </p:cNvPr>
          <p:cNvSpPr/>
          <p:nvPr/>
        </p:nvSpPr>
        <p:spPr>
          <a:xfrm>
            <a:off x="9169494" y="3085610"/>
            <a:ext cx="117065" cy="11879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CAFC99A-DE1F-359F-E4F2-AE8DF8C0F2D8}"/>
              </a:ext>
            </a:extLst>
          </p:cNvPr>
          <p:cNvSpPr/>
          <p:nvPr/>
        </p:nvSpPr>
        <p:spPr>
          <a:xfrm>
            <a:off x="9776071" y="2166264"/>
            <a:ext cx="133388" cy="11879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82" name="Group 1381">
            <a:extLst>
              <a:ext uri="{FF2B5EF4-FFF2-40B4-BE49-F238E27FC236}">
                <a16:creationId xmlns:a16="http://schemas.microsoft.com/office/drawing/2014/main" id="{673218B9-0344-08F4-2DC7-64AC2D28577A}"/>
              </a:ext>
            </a:extLst>
          </p:cNvPr>
          <p:cNvGrpSpPr/>
          <p:nvPr/>
        </p:nvGrpSpPr>
        <p:grpSpPr>
          <a:xfrm>
            <a:off x="2328428" y="1231550"/>
            <a:ext cx="686235" cy="616446"/>
            <a:chOff x="1993296" y="5334000"/>
            <a:chExt cx="686235" cy="616446"/>
          </a:xfrm>
        </p:grpSpPr>
        <p:sp>
          <p:nvSpPr>
            <p:cNvPr id="50" name="Rounded Rectangle 49">
              <a:extLst>
                <a:ext uri="{FF2B5EF4-FFF2-40B4-BE49-F238E27FC236}">
                  <a16:creationId xmlns:a16="http://schemas.microsoft.com/office/drawing/2014/main" id="{A292CEFE-6B0D-8228-270F-D2D187A2FAFC}"/>
                </a:ext>
              </a:extLst>
            </p:cNvPr>
            <p:cNvSpPr/>
            <p:nvPr/>
          </p:nvSpPr>
          <p:spPr>
            <a:xfrm>
              <a:off x="2074489" y="5411184"/>
              <a:ext cx="524090" cy="462078"/>
            </a:xfrm>
            <a:prstGeom prst="roundRect">
              <a:avLst>
                <a:gd name="adj" fmla="val 6463"/>
              </a:avLst>
            </a:prstGeom>
            <a:solidFill>
              <a:srgbClr val="DAEAFC"/>
            </a:solidFill>
            <a:ln w="38100">
              <a:solidFill>
                <a:srgbClr val="9CB4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7DA44C0F-E511-8AF0-734B-87EB9024D5B2}"/>
                </a:ext>
              </a:extLst>
            </p:cNvPr>
            <p:cNvGrpSpPr/>
            <p:nvPr/>
          </p:nvGrpSpPr>
          <p:grpSpPr>
            <a:xfrm>
              <a:off x="2137612" y="5334000"/>
              <a:ext cx="387821" cy="77184"/>
              <a:chOff x="2121568" y="5334000"/>
              <a:chExt cx="387821" cy="77184"/>
            </a:xfrm>
          </p:grpSpPr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B43EA563-09D0-7EEC-22A1-8D116E3FBE3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1568" y="5334000"/>
                <a:ext cx="0" cy="77184"/>
              </a:xfrm>
              <a:prstGeom prst="line">
                <a:avLst/>
              </a:prstGeom>
              <a:ln w="38100">
                <a:solidFill>
                  <a:srgbClr val="9CB4DA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52A6A8A4-32F8-305B-5B87-EB9F0E30FDB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24499" y="5334000"/>
                <a:ext cx="0" cy="77184"/>
              </a:xfrm>
              <a:prstGeom prst="line">
                <a:avLst/>
              </a:prstGeom>
              <a:ln w="38100">
                <a:solidFill>
                  <a:srgbClr val="9CB4DA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DF4F746A-A6B1-4BC3-7DCB-1C191531592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15648" y="5334000"/>
                <a:ext cx="0" cy="77184"/>
              </a:xfrm>
              <a:prstGeom prst="line">
                <a:avLst/>
              </a:prstGeom>
              <a:ln w="38100">
                <a:solidFill>
                  <a:srgbClr val="9CB4DA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3658C304-0120-4829-E89A-9621568FC04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12995" y="5334000"/>
                <a:ext cx="0" cy="77184"/>
              </a:xfrm>
              <a:prstGeom prst="line">
                <a:avLst/>
              </a:prstGeom>
              <a:ln w="38100">
                <a:solidFill>
                  <a:srgbClr val="9CB4DA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C83B59C8-6C0B-1CC1-989B-C8A90B9EEF2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09389" y="5334000"/>
                <a:ext cx="0" cy="77184"/>
              </a:xfrm>
              <a:prstGeom prst="line">
                <a:avLst/>
              </a:prstGeom>
              <a:ln w="38100">
                <a:solidFill>
                  <a:srgbClr val="9CB4DA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95D0BD88-6D0F-A952-5E30-F2370F9013A4}"/>
                </a:ext>
              </a:extLst>
            </p:cNvPr>
            <p:cNvGrpSpPr/>
            <p:nvPr/>
          </p:nvGrpSpPr>
          <p:grpSpPr>
            <a:xfrm rot="5400000">
              <a:off x="2447028" y="5599494"/>
              <a:ext cx="387821" cy="77184"/>
              <a:chOff x="2121568" y="5334000"/>
              <a:chExt cx="387821" cy="77184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4EF1C8FC-DECE-ED1E-FB17-54387F6CC11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1568" y="5334000"/>
                <a:ext cx="0" cy="77184"/>
              </a:xfrm>
              <a:prstGeom prst="line">
                <a:avLst/>
              </a:prstGeom>
              <a:ln w="38100">
                <a:solidFill>
                  <a:srgbClr val="9CB4DA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369BDC3A-674B-FCDD-538A-279338B5812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24499" y="5334000"/>
                <a:ext cx="0" cy="77184"/>
              </a:xfrm>
              <a:prstGeom prst="line">
                <a:avLst/>
              </a:prstGeom>
              <a:ln w="38100">
                <a:solidFill>
                  <a:srgbClr val="9CB4DA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3" name="Straight Connector 1352">
                <a:extLst>
                  <a:ext uri="{FF2B5EF4-FFF2-40B4-BE49-F238E27FC236}">
                    <a16:creationId xmlns:a16="http://schemas.microsoft.com/office/drawing/2014/main" id="{49B496AD-8577-1225-9B80-D9FC10BD86A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15648" y="5334000"/>
                <a:ext cx="0" cy="77184"/>
              </a:xfrm>
              <a:prstGeom prst="line">
                <a:avLst/>
              </a:prstGeom>
              <a:ln w="38100">
                <a:solidFill>
                  <a:srgbClr val="9CB4DA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7" name="Straight Connector 1356">
                <a:extLst>
                  <a:ext uri="{FF2B5EF4-FFF2-40B4-BE49-F238E27FC236}">
                    <a16:creationId xmlns:a16="http://schemas.microsoft.com/office/drawing/2014/main" id="{0639780D-AD58-5A40-DEA3-794C17C5467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12995" y="5334000"/>
                <a:ext cx="0" cy="77184"/>
              </a:xfrm>
              <a:prstGeom prst="line">
                <a:avLst/>
              </a:prstGeom>
              <a:ln w="38100">
                <a:solidFill>
                  <a:srgbClr val="9CB4DA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8" name="Straight Connector 1357">
                <a:extLst>
                  <a:ext uri="{FF2B5EF4-FFF2-40B4-BE49-F238E27FC236}">
                    <a16:creationId xmlns:a16="http://schemas.microsoft.com/office/drawing/2014/main" id="{FA09DBDA-2161-EA7C-D5C5-5A28810AA9D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09389" y="5334000"/>
                <a:ext cx="0" cy="77184"/>
              </a:xfrm>
              <a:prstGeom prst="line">
                <a:avLst/>
              </a:prstGeom>
              <a:ln w="38100">
                <a:solidFill>
                  <a:srgbClr val="9CB4DA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60" name="Group 1359">
              <a:extLst>
                <a:ext uri="{FF2B5EF4-FFF2-40B4-BE49-F238E27FC236}">
                  <a16:creationId xmlns:a16="http://schemas.microsoft.com/office/drawing/2014/main" id="{F6108E49-C3C1-415A-A021-1F31A8211D2A}"/>
                </a:ext>
              </a:extLst>
            </p:cNvPr>
            <p:cNvGrpSpPr/>
            <p:nvPr/>
          </p:nvGrpSpPr>
          <p:grpSpPr>
            <a:xfrm rot="10800000">
              <a:off x="2147249" y="5873262"/>
              <a:ext cx="387821" cy="77184"/>
              <a:chOff x="2121568" y="5334000"/>
              <a:chExt cx="387821" cy="77184"/>
            </a:xfrm>
          </p:grpSpPr>
          <p:cxnSp>
            <p:nvCxnSpPr>
              <p:cNvPr id="1367" name="Straight Connector 1366">
                <a:extLst>
                  <a:ext uri="{FF2B5EF4-FFF2-40B4-BE49-F238E27FC236}">
                    <a16:creationId xmlns:a16="http://schemas.microsoft.com/office/drawing/2014/main" id="{E9B070FE-0088-C637-F0EA-830632891DF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1568" y="5334000"/>
                <a:ext cx="0" cy="77184"/>
              </a:xfrm>
              <a:prstGeom prst="line">
                <a:avLst/>
              </a:prstGeom>
              <a:ln w="38100">
                <a:solidFill>
                  <a:srgbClr val="9CB4DA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9" name="Straight Connector 1368">
                <a:extLst>
                  <a:ext uri="{FF2B5EF4-FFF2-40B4-BE49-F238E27FC236}">
                    <a16:creationId xmlns:a16="http://schemas.microsoft.com/office/drawing/2014/main" id="{8C947584-AEE4-8278-A5D7-411738D2354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24499" y="5334000"/>
                <a:ext cx="0" cy="77184"/>
              </a:xfrm>
              <a:prstGeom prst="line">
                <a:avLst/>
              </a:prstGeom>
              <a:ln w="38100">
                <a:solidFill>
                  <a:srgbClr val="9CB4DA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1" name="Straight Connector 1370">
                <a:extLst>
                  <a:ext uri="{FF2B5EF4-FFF2-40B4-BE49-F238E27FC236}">
                    <a16:creationId xmlns:a16="http://schemas.microsoft.com/office/drawing/2014/main" id="{22FD94E4-0518-A76F-3A21-267130FB08F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15648" y="5334000"/>
                <a:ext cx="0" cy="77184"/>
              </a:xfrm>
              <a:prstGeom prst="line">
                <a:avLst/>
              </a:prstGeom>
              <a:ln w="38100">
                <a:solidFill>
                  <a:srgbClr val="9CB4DA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2" name="Straight Connector 1371">
                <a:extLst>
                  <a:ext uri="{FF2B5EF4-FFF2-40B4-BE49-F238E27FC236}">
                    <a16:creationId xmlns:a16="http://schemas.microsoft.com/office/drawing/2014/main" id="{3D7C0F29-0156-EC56-004B-60DDF72A376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12995" y="5334000"/>
                <a:ext cx="0" cy="77184"/>
              </a:xfrm>
              <a:prstGeom prst="line">
                <a:avLst/>
              </a:prstGeom>
              <a:ln w="38100">
                <a:solidFill>
                  <a:srgbClr val="9CB4DA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3" name="Straight Connector 1372">
                <a:extLst>
                  <a:ext uri="{FF2B5EF4-FFF2-40B4-BE49-F238E27FC236}">
                    <a16:creationId xmlns:a16="http://schemas.microsoft.com/office/drawing/2014/main" id="{E3FCD48E-88AC-37BC-B2BF-19D51A01293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09389" y="5334000"/>
                <a:ext cx="0" cy="77184"/>
              </a:xfrm>
              <a:prstGeom prst="line">
                <a:avLst/>
              </a:prstGeom>
              <a:ln w="38100">
                <a:solidFill>
                  <a:srgbClr val="9CB4DA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75" name="Group 1374">
              <a:extLst>
                <a:ext uri="{FF2B5EF4-FFF2-40B4-BE49-F238E27FC236}">
                  <a16:creationId xmlns:a16="http://schemas.microsoft.com/office/drawing/2014/main" id="{276556CD-7BDB-BF8D-DB25-7FDB1B6C6539}"/>
                </a:ext>
              </a:extLst>
            </p:cNvPr>
            <p:cNvGrpSpPr/>
            <p:nvPr/>
          </p:nvGrpSpPr>
          <p:grpSpPr>
            <a:xfrm rot="16200000">
              <a:off x="1837977" y="5599494"/>
              <a:ext cx="387821" cy="77184"/>
              <a:chOff x="2121568" y="5334000"/>
              <a:chExt cx="387821" cy="77184"/>
            </a:xfrm>
          </p:grpSpPr>
          <p:cxnSp>
            <p:nvCxnSpPr>
              <p:cNvPr id="1376" name="Straight Connector 1375">
                <a:extLst>
                  <a:ext uri="{FF2B5EF4-FFF2-40B4-BE49-F238E27FC236}">
                    <a16:creationId xmlns:a16="http://schemas.microsoft.com/office/drawing/2014/main" id="{711B61F6-FD75-7A39-D05D-86AD02EDA3A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1568" y="5334000"/>
                <a:ext cx="0" cy="77184"/>
              </a:xfrm>
              <a:prstGeom prst="line">
                <a:avLst/>
              </a:prstGeom>
              <a:ln w="38100">
                <a:solidFill>
                  <a:srgbClr val="9CB4DA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8" name="Straight Connector 1377">
                <a:extLst>
                  <a:ext uri="{FF2B5EF4-FFF2-40B4-BE49-F238E27FC236}">
                    <a16:creationId xmlns:a16="http://schemas.microsoft.com/office/drawing/2014/main" id="{1EDFCA31-E7F6-AFC4-4240-68A02A1BB0B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24499" y="5334000"/>
                <a:ext cx="0" cy="77184"/>
              </a:xfrm>
              <a:prstGeom prst="line">
                <a:avLst/>
              </a:prstGeom>
              <a:ln w="38100">
                <a:solidFill>
                  <a:srgbClr val="9CB4DA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9" name="Straight Connector 1378">
                <a:extLst>
                  <a:ext uri="{FF2B5EF4-FFF2-40B4-BE49-F238E27FC236}">
                    <a16:creationId xmlns:a16="http://schemas.microsoft.com/office/drawing/2014/main" id="{62E56C8E-C782-4254-F48A-FE429A0B563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15648" y="5334000"/>
                <a:ext cx="0" cy="77184"/>
              </a:xfrm>
              <a:prstGeom prst="line">
                <a:avLst/>
              </a:prstGeom>
              <a:ln w="38100">
                <a:solidFill>
                  <a:srgbClr val="9CB4DA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0" name="Straight Connector 1379">
                <a:extLst>
                  <a:ext uri="{FF2B5EF4-FFF2-40B4-BE49-F238E27FC236}">
                    <a16:creationId xmlns:a16="http://schemas.microsoft.com/office/drawing/2014/main" id="{B08C3A42-1F8C-6617-3C76-8C0AF121595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12995" y="5334000"/>
                <a:ext cx="0" cy="77184"/>
              </a:xfrm>
              <a:prstGeom prst="line">
                <a:avLst/>
              </a:prstGeom>
              <a:ln w="38100">
                <a:solidFill>
                  <a:srgbClr val="9CB4DA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1" name="Straight Connector 1380">
                <a:extLst>
                  <a:ext uri="{FF2B5EF4-FFF2-40B4-BE49-F238E27FC236}">
                    <a16:creationId xmlns:a16="http://schemas.microsoft.com/office/drawing/2014/main" id="{EC341D52-FA00-17C8-A794-E0F1381D664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09389" y="5334000"/>
                <a:ext cx="0" cy="77184"/>
              </a:xfrm>
              <a:prstGeom prst="line">
                <a:avLst/>
              </a:prstGeom>
              <a:ln w="38100">
                <a:solidFill>
                  <a:srgbClr val="9CB4DA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86" name="Group 1385">
            <a:extLst>
              <a:ext uri="{FF2B5EF4-FFF2-40B4-BE49-F238E27FC236}">
                <a16:creationId xmlns:a16="http://schemas.microsoft.com/office/drawing/2014/main" id="{5C3355EC-CFCC-87D2-732B-13B1E8C376A6}"/>
              </a:ext>
            </a:extLst>
          </p:cNvPr>
          <p:cNvGrpSpPr/>
          <p:nvPr/>
        </p:nvGrpSpPr>
        <p:grpSpPr>
          <a:xfrm>
            <a:off x="13286638" y="1308734"/>
            <a:ext cx="559183" cy="513258"/>
            <a:chOff x="7404410" y="151757"/>
            <a:chExt cx="849107" cy="800126"/>
          </a:xfrm>
        </p:grpSpPr>
        <p:sp>
          <p:nvSpPr>
            <p:cNvPr id="1383" name="Triangle 1382">
              <a:extLst>
                <a:ext uri="{FF2B5EF4-FFF2-40B4-BE49-F238E27FC236}">
                  <a16:creationId xmlns:a16="http://schemas.microsoft.com/office/drawing/2014/main" id="{02F23F62-9957-A707-AF89-56FC824D67FD}"/>
                </a:ext>
              </a:extLst>
            </p:cNvPr>
            <p:cNvSpPr/>
            <p:nvPr/>
          </p:nvSpPr>
          <p:spPr>
            <a:xfrm>
              <a:off x="7404410" y="151757"/>
              <a:ext cx="740647" cy="644558"/>
            </a:xfrm>
            <a:prstGeom prst="triangle">
              <a:avLst/>
            </a:prstGeom>
            <a:solidFill>
              <a:schemeClr val="bg1"/>
            </a:solidFill>
            <a:ln w="38100">
              <a:solidFill>
                <a:srgbClr val="2152A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85" name="Can 1384">
              <a:extLst>
                <a:ext uri="{FF2B5EF4-FFF2-40B4-BE49-F238E27FC236}">
                  <a16:creationId xmlns:a16="http://schemas.microsoft.com/office/drawing/2014/main" id="{66C03331-018E-5663-41BE-3F62C9B1E35B}"/>
                </a:ext>
              </a:extLst>
            </p:cNvPr>
            <p:cNvSpPr/>
            <p:nvPr/>
          </p:nvSpPr>
          <p:spPr>
            <a:xfrm>
              <a:off x="7910560" y="481529"/>
              <a:ext cx="342957" cy="470354"/>
            </a:xfrm>
            <a:prstGeom prst="can">
              <a:avLst/>
            </a:prstGeom>
            <a:solidFill>
              <a:schemeClr val="bg1"/>
            </a:solidFill>
            <a:ln w="38100">
              <a:solidFill>
                <a:srgbClr val="2152A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390" name="Straight Connector 1389">
            <a:extLst>
              <a:ext uri="{FF2B5EF4-FFF2-40B4-BE49-F238E27FC236}">
                <a16:creationId xmlns:a16="http://schemas.microsoft.com/office/drawing/2014/main" id="{5797D74E-3F45-C59E-6247-FB470BB316EF}"/>
              </a:ext>
            </a:extLst>
          </p:cNvPr>
          <p:cNvCxnSpPr>
            <a:cxnSpLocks/>
          </p:cNvCxnSpPr>
          <p:nvPr/>
        </p:nvCxnSpPr>
        <p:spPr>
          <a:xfrm flipH="1">
            <a:off x="12107048" y="3337042"/>
            <a:ext cx="11232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96" name="Group 1395">
            <a:extLst>
              <a:ext uri="{FF2B5EF4-FFF2-40B4-BE49-F238E27FC236}">
                <a16:creationId xmlns:a16="http://schemas.microsoft.com/office/drawing/2014/main" id="{EDC0B0F9-0DAE-9424-7B97-F3AB2919130A}"/>
              </a:ext>
            </a:extLst>
          </p:cNvPr>
          <p:cNvGrpSpPr/>
          <p:nvPr/>
        </p:nvGrpSpPr>
        <p:grpSpPr>
          <a:xfrm>
            <a:off x="18289106" y="3049774"/>
            <a:ext cx="1961025" cy="876155"/>
            <a:chOff x="18289106" y="3049774"/>
            <a:chExt cx="1961025" cy="876155"/>
          </a:xfrm>
        </p:grpSpPr>
        <p:sp>
          <p:nvSpPr>
            <p:cNvPr id="1639" name="Trapezoid 1638">
              <a:extLst>
                <a:ext uri="{FF2B5EF4-FFF2-40B4-BE49-F238E27FC236}">
                  <a16:creationId xmlns:a16="http://schemas.microsoft.com/office/drawing/2014/main" id="{A9124470-F02C-3AFA-49DA-62084A09689E}"/>
                </a:ext>
              </a:extLst>
            </p:cNvPr>
            <p:cNvSpPr/>
            <p:nvPr/>
          </p:nvSpPr>
          <p:spPr>
            <a:xfrm>
              <a:off x="18289106" y="3049774"/>
              <a:ext cx="1961025" cy="876155"/>
            </a:xfrm>
            <a:prstGeom prst="trapezoid">
              <a:avLst/>
            </a:prstGeom>
            <a:solidFill>
              <a:schemeClr val="bg1"/>
            </a:solidFill>
            <a:ln w="57150">
              <a:solidFill>
                <a:srgbClr val="615CF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93" name="Trapezoid 1392">
              <a:extLst>
                <a:ext uri="{FF2B5EF4-FFF2-40B4-BE49-F238E27FC236}">
                  <a16:creationId xmlns:a16="http://schemas.microsoft.com/office/drawing/2014/main" id="{E60FE1E5-EA0E-19F4-5B0F-BF40D6181F8A}"/>
                </a:ext>
              </a:extLst>
            </p:cNvPr>
            <p:cNvSpPr/>
            <p:nvPr/>
          </p:nvSpPr>
          <p:spPr>
            <a:xfrm>
              <a:off x="18361025" y="3111500"/>
              <a:ext cx="1820429" cy="755650"/>
            </a:xfrm>
            <a:prstGeom prst="trapezoid">
              <a:avLst>
                <a:gd name="adj" fmla="val 26260"/>
              </a:avLst>
            </a:prstGeom>
            <a:solidFill>
              <a:schemeClr val="bg1"/>
            </a:solidFill>
            <a:ln w="57150">
              <a:solidFill>
                <a:srgbClr val="F0F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395" name="TextBox 1394">
            <a:extLst>
              <a:ext uri="{FF2B5EF4-FFF2-40B4-BE49-F238E27FC236}">
                <a16:creationId xmlns:a16="http://schemas.microsoft.com/office/drawing/2014/main" id="{B4183202-D7AC-5C4D-53E0-2B40E12902A5}"/>
              </a:ext>
            </a:extLst>
          </p:cNvPr>
          <p:cNvSpPr txBox="1"/>
          <p:nvPr/>
        </p:nvSpPr>
        <p:spPr>
          <a:xfrm>
            <a:off x="18190655" y="3337042"/>
            <a:ext cx="21941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Solution Status</a:t>
            </a:r>
            <a:endParaRPr 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397" name="Straight Connector 1396">
            <a:extLst>
              <a:ext uri="{FF2B5EF4-FFF2-40B4-BE49-F238E27FC236}">
                <a16:creationId xmlns:a16="http://schemas.microsoft.com/office/drawing/2014/main" id="{D88C3E34-7504-AE55-3223-18109B3E5364}"/>
              </a:ext>
            </a:extLst>
          </p:cNvPr>
          <p:cNvCxnSpPr>
            <a:cxnSpLocks/>
          </p:cNvCxnSpPr>
          <p:nvPr/>
        </p:nvCxnSpPr>
        <p:spPr>
          <a:xfrm flipV="1">
            <a:off x="12201311" y="3321099"/>
            <a:ext cx="0" cy="62860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9693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0C559-8BDB-D198-DA59-D9BB60D53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0" name="Picture 4" descr="Agentic AI meets Reinforcement Learning ...">
            <a:hlinkClick r:id="rId3"/>
            <a:extLst>
              <a:ext uri="{FF2B5EF4-FFF2-40B4-BE49-F238E27FC236}">
                <a16:creationId xmlns:a16="http://schemas.microsoft.com/office/drawing/2014/main" id="{A96C0F0F-9136-9B3A-9C81-03CDB63C17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340590" y="796315"/>
            <a:ext cx="3532462" cy="2100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2" name="Picture 6" descr="Learning By Doing: A Detailed Overview Of The Reinforcement Learning 🤖  Process | by Ryan Partridge | Medium">
            <a:hlinkClick r:id="rId5"/>
            <a:extLst>
              <a:ext uri="{FF2B5EF4-FFF2-40B4-BE49-F238E27FC236}">
                <a16:creationId xmlns:a16="http://schemas.microsoft.com/office/drawing/2014/main" id="{3C158AC4-989B-244A-AEA9-8E788CDE6D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283693" y="3503144"/>
            <a:ext cx="5127508" cy="3354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01" name="Rectangle 1300">
            <a:extLst>
              <a:ext uri="{FF2B5EF4-FFF2-40B4-BE49-F238E27FC236}">
                <a16:creationId xmlns:a16="http://schemas.microsoft.com/office/drawing/2014/main" id="{E91695EF-4421-107C-B710-2ACA9F221FED}"/>
              </a:ext>
            </a:extLst>
          </p:cNvPr>
          <p:cNvSpPr/>
          <p:nvPr/>
        </p:nvSpPr>
        <p:spPr>
          <a:xfrm>
            <a:off x="10196742" y="0"/>
            <a:ext cx="10690167" cy="68579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effectLst/>
              <a:hlinkClick r:id="rId7"/>
            </a:endParaRPr>
          </a:p>
        </p:txBody>
      </p:sp>
      <p:sp>
        <p:nvSpPr>
          <p:cNvPr id="1365" name="TextBox 1364">
            <a:extLst>
              <a:ext uri="{FF2B5EF4-FFF2-40B4-BE49-F238E27FC236}">
                <a16:creationId xmlns:a16="http://schemas.microsoft.com/office/drawing/2014/main" id="{A18FAEBF-02FA-E3AF-B541-B7A27CF4D50E}"/>
              </a:ext>
            </a:extLst>
          </p:cNvPr>
          <p:cNvSpPr txBox="1"/>
          <p:nvPr/>
        </p:nvSpPr>
        <p:spPr>
          <a:xfrm>
            <a:off x="9673389" y="-44917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478" name="TextBox 1477">
            <a:extLst>
              <a:ext uri="{FF2B5EF4-FFF2-40B4-BE49-F238E27FC236}">
                <a16:creationId xmlns:a16="http://schemas.microsoft.com/office/drawing/2014/main" id="{C7686DFC-6829-E9E8-3190-A65A0A1592E8}"/>
              </a:ext>
            </a:extLst>
          </p:cNvPr>
          <p:cNvSpPr txBox="1"/>
          <p:nvPr/>
        </p:nvSpPr>
        <p:spPr>
          <a:xfrm>
            <a:off x="1819483" y="1860676"/>
            <a:ext cx="2168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a) 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CIT Instance Input</a:t>
            </a:r>
          </a:p>
        </p:txBody>
      </p:sp>
      <p:sp>
        <p:nvSpPr>
          <p:cNvPr id="1485" name="TextBox 1484">
            <a:extLst>
              <a:ext uri="{FF2B5EF4-FFF2-40B4-BE49-F238E27FC236}">
                <a16:creationId xmlns:a16="http://schemas.microsoft.com/office/drawing/2014/main" id="{77BDDC71-E6D3-1AA9-881C-5F90A42E60C6}"/>
              </a:ext>
            </a:extLst>
          </p:cNvPr>
          <p:cNvSpPr txBox="1"/>
          <p:nvPr/>
        </p:nvSpPr>
        <p:spPr>
          <a:xfrm>
            <a:off x="1954803" y="3783059"/>
            <a:ext cx="2168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b) 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CNF Encoding</a:t>
            </a:r>
          </a:p>
        </p:txBody>
      </p:sp>
      <p:grpSp>
        <p:nvGrpSpPr>
          <p:cNvPr id="1512" name="Group 1511">
            <a:extLst>
              <a:ext uri="{FF2B5EF4-FFF2-40B4-BE49-F238E27FC236}">
                <a16:creationId xmlns:a16="http://schemas.microsoft.com/office/drawing/2014/main" id="{9DB4C30B-58E1-F126-19EA-591F7F5DB77F}"/>
              </a:ext>
            </a:extLst>
          </p:cNvPr>
          <p:cNvGrpSpPr/>
          <p:nvPr/>
        </p:nvGrpSpPr>
        <p:grpSpPr>
          <a:xfrm>
            <a:off x="2216476" y="2656323"/>
            <a:ext cx="849105" cy="983398"/>
            <a:chOff x="2216476" y="2725294"/>
            <a:chExt cx="849105" cy="983398"/>
          </a:xfrm>
        </p:grpSpPr>
        <p:sp>
          <p:nvSpPr>
            <p:cNvPr id="1482" name="Rectangle 1481">
              <a:extLst>
                <a:ext uri="{FF2B5EF4-FFF2-40B4-BE49-F238E27FC236}">
                  <a16:creationId xmlns:a16="http://schemas.microsoft.com/office/drawing/2014/main" id="{F7A13A9E-B2F2-8A4B-6399-AC0F1FEE1A43}"/>
                </a:ext>
              </a:extLst>
            </p:cNvPr>
            <p:cNvSpPr/>
            <p:nvPr/>
          </p:nvSpPr>
          <p:spPr>
            <a:xfrm>
              <a:off x="2216476" y="2725294"/>
              <a:ext cx="696705" cy="83099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500" name="Group 1499">
              <a:extLst>
                <a:ext uri="{FF2B5EF4-FFF2-40B4-BE49-F238E27FC236}">
                  <a16:creationId xmlns:a16="http://schemas.microsoft.com/office/drawing/2014/main" id="{2F1B3338-AB28-447E-820D-564323DE33E0}"/>
                </a:ext>
              </a:extLst>
            </p:cNvPr>
            <p:cNvGrpSpPr/>
            <p:nvPr/>
          </p:nvGrpSpPr>
          <p:grpSpPr>
            <a:xfrm>
              <a:off x="2275538" y="2877694"/>
              <a:ext cx="563503" cy="610357"/>
              <a:chOff x="2451160" y="3038043"/>
              <a:chExt cx="563503" cy="610357"/>
            </a:xfrm>
          </p:grpSpPr>
          <p:cxnSp>
            <p:nvCxnSpPr>
              <p:cNvPr id="1501" name="Straight Connector 1500">
                <a:extLst>
                  <a:ext uri="{FF2B5EF4-FFF2-40B4-BE49-F238E27FC236}">
                    <a16:creationId xmlns:a16="http://schemas.microsoft.com/office/drawing/2014/main" id="{249BC378-F8BA-8F50-C2E0-CD50842E95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10731" y="3038043"/>
                <a:ext cx="503932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2" name="Straight Connector 1501">
                <a:extLst>
                  <a:ext uri="{FF2B5EF4-FFF2-40B4-BE49-F238E27FC236}">
                    <a16:creationId xmlns:a16="http://schemas.microsoft.com/office/drawing/2014/main" id="{A81969A0-2603-4AA4-3C3A-519363A1AA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51160" y="3144079"/>
                <a:ext cx="563503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3" name="Straight Connector 1502">
                <a:extLst>
                  <a:ext uri="{FF2B5EF4-FFF2-40B4-BE49-F238E27FC236}">
                    <a16:creationId xmlns:a16="http://schemas.microsoft.com/office/drawing/2014/main" id="{E35D019E-D48A-C2D9-79DF-883534472F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51160" y="3238425"/>
                <a:ext cx="563503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4" name="Straight Connector 1503">
                <a:extLst>
                  <a:ext uri="{FF2B5EF4-FFF2-40B4-BE49-F238E27FC236}">
                    <a16:creationId xmlns:a16="http://schemas.microsoft.com/office/drawing/2014/main" id="{7A272030-E401-EFC2-2D4C-373B24522D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51160" y="3331554"/>
                <a:ext cx="563503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5" name="Straight Connector 1504">
                <a:extLst>
                  <a:ext uri="{FF2B5EF4-FFF2-40B4-BE49-F238E27FC236}">
                    <a16:creationId xmlns:a16="http://schemas.microsoft.com/office/drawing/2014/main" id="{106D0FC0-81F1-1D8C-E4BD-A5AFD779E6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51160" y="3429000"/>
                <a:ext cx="563503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6" name="Straight Connector 1505">
                <a:extLst>
                  <a:ext uri="{FF2B5EF4-FFF2-40B4-BE49-F238E27FC236}">
                    <a16:creationId xmlns:a16="http://schemas.microsoft.com/office/drawing/2014/main" id="{3EB81938-2587-31F0-4E38-B1196BE032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51160" y="3542004"/>
                <a:ext cx="563503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7" name="Straight Connector 1506">
                <a:extLst>
                  <a:ext uri="{FF2B5EF4-FFF2-40B4-BE49-F238E27FC236}">
                    <a16:creationId xmlns:a16="http://schemas.microsoft.com/office/drawing/2014/main" id="{F9A6B2EC-B126-DE50-EBA0-8AF052D2DA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51160" y="3648400"/>
                <a:ext cx="563503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11" name="Group 1510">
              <a:extLst>
                <a:ext uri="{FF2B5EF4-FFF2-40B4-BE49-F238E27FC236}">
                  <a16:creationId xmlns:a16="http://schemas.microsoft.com/office/drawing/2014/main" id="{FFECC541-EF98-833A-DAED-6C449AE80B00}"/>
                </a:ext>
              </a:extLst>
            </p:cNvPr>
            <p:cNvGrpSpPr/>
            <p:nvPr/>
          </p:nvGrpSpPr>
          <p:grpSpPr>
            <a:xfrm>
              <a:off x="2368876" y="2877694"/>
              <a:ext cx="696705" cy="830998"/>
              <a:chOff x="2368876" y="2877694"/>
              <a:chExt cx="696705" cy="830998"/>
            </a:xfrm>
          </p:grpSpPr>
          <p:sp>
            <p:nvSpPr>
              <p:cNvPr id="1483" name="Rectangle 1482">
                <a:extLst>
                  <a:ext uri="{FF2B5EF4-FFF2-40B4-BE49-F238E27FC236}">
                    <a16:creationId xmlns:a16="http://schemas.microsoft.com/office/drawing/2014/main" id="{948A45D3-2EC6-C4F0-64D7-A31BEBE61E9F}"/>
                  </a:ext>
                </a:extLst>
              </p:cNvPr>
              <p:cNvSpPr/>
              <p:nvPr/>
            </p:nvSpPr>
            <p:spPr>
              <a:xfrm>
                <a:off x="2368876" y="2877694"/>
                <a:ext cx="696705" cy="83099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499" name="Group 1498">
                <a:extLst>
                  <a:ext uri="{FF2B5EF4-FFF2-40B4-BE49-F238E27FC236}">
                    <a16:creationId xmlns:a16="http://schemas.microsoft.com/office/drawing/2014/main" id="{3FAA544F-F336-4AD1-524B-81979825984D}"/>
                  </a:ext>
                </a:extLst>
              </p:cNvPr>
              <p:cNvGrpSpPr/>
              <p:nvPr/>
            </p:nvGrpSpPr>
            <p:grpSpPr>
              <a:xfrm>
                <a:off x="2451160" y="3009467"/>
                <a:ext cx="563503" cy="610357"/>
                <a:chOff x="2451160" y="3038043"/>
                <a:chExt cx="563503" cy="610357"/>
              </a:xfrm>
            </p:grpSpPr>
            <p:cxnSp>
              <p:nvCxnSpPr>
                <p:cNvPr id="1488" name="Straight Connector 1487">
                  <a:extLst>
                    <a:ext uri="{FF2B5EF4-FFF2-40B4-BE49-F238E27FC236}">
                      <a16:creationId xmlns:a16="http://schemas.microsoft.com/office/drawing/2014/main" id="{449B68E9-34A3-ADF0-1BAB-5C8E85E6C9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510731" y="3038043"/>
                  <a:ext cx="503932" cy="0"/>
                </a:xfrm>
                <a:prstGeom prst="line">
                  <a:avLst/>
                </a:prstGeom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0" name="Straight Connector 1489">
                  <a:extLst>
                    <a:ext uri="{FF2B5EF4-FFF2-40B4-BE49-F238E27FC236}">
                      <a16:creationId xmlns:a16="http://schemas.microsoft.com/office/drawing/2014/main" id="{C16C01AF-C294-C27B-F8FB-E28656B4D4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51160" y="3144079"/>
                  <a:ext cx="563503" cy="0"/>
                </a:xfrm>
                <a:prstGeom prst="line">
                  <a:avLst/>
                </a:prstGeom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2" name="Straight Connector 1491">
                  <a:extLst>
                    <a:ext uri="{FF2B5EF4-FFF2-40B4-BE49-F238E27FC236}">
                      <a16:creationId xmlns:a16="http://schemas.microsoft.com/office/drawing/2014/main" id="{2A21D338-FFF6-CBB0-95AB-ECFE0302E7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51160" y="3238425"/>
                  <a:ext cx="563503" cy="0"/>
                </a:xfrm>
                <a:prstGeom prst="line">
                  <a:avLst/>
                </a:prstGeom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3" name="Straight Connector 1492">
                  <a:extLst>
                    <a:ext uri="{FF2B5EF4-FFF2-40B4-BE49-F238E27FC236}">
                      <a16:creationId xmlns:a16="http://schemas.microsoft.com/office/drawing/2014/main" id="{518BE63B-B929-C3B6-AFFB-3AD0E75CB0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51160" y="3331554"/>
                  <a:ext cx="563503" cy="0"/>
                </a:xfrm>
                <a:prstGeom prst="line">
                  <a:avLst/>
                </a:prstGeom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4" name="Straight Connector 1493">
                  <a:extLst>
                    <a:ext uri="{FF2B5EF4-FFF2-40B4-BE49-F238E27FC236}">
                      <a16:creationId xmlns:a16="http://schemas.microsoft.com/office/drawing/2014/main" id="{A16ED0FD-5CD2-8893-7EB7-A16F0419C4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51160" y="3429000"/>
                  <a:ext cx="563503" cy="0"/>
                </a:xfrm>
                <a:prstGeom prst="line">
                  <a:avLst/>
                </a:prstGeom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5" name="Straight Connector 1494">
                  <a:extLst>
                    <a:ext uri="{FF2B5EF4-FFF2-40B4-BE49-F238E27FC236}">
                      <a16:creationId xmlns:a16="http://schemas.microsoft.com/office/drawing/2014/main" id="{49AC1083-E128-C3BD-F8D7-11D148FB0A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51160" y="3542004"/>
                  <a:ext cx="563503" cy="0"/>
                </a:xfrm>
                <a:prstGeom prst="line">
                  <a:avLst/>
                </a:prstGeom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6" name="Straight Connector 1495">
                  <a:extLst>
                    <a:ext uri="{FF2B5EF4-FFF2-40B4-BE49-F238E27FC236}">
                      <a16:creationId xmlns:a16="http://schemas.microsoft.com/office/drawing/2014/main" id="{EFEF4B5D-FC1A-86D3-711A-E782FFFC6F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51160" y="3648400"/>
                  <a:ext cx="563503" cy="0"/>
                </a:xfrm>
                <a:prstGeom prst="line">
                  <a:avLst/>
                </a:prstGeom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cxnSp>
        <p:nvCxnSpPr>
          <p:cNvPr id="1513" name="Straight Arrow Connector 1512">
            <a:extLst>
              <a:ext uri="{FF2B5EF4-FFF2-40B4-BE49-F238E27FC236}">
                <a16:creationId xmlns:a16="http://schemas.microsoft.com/office/drawing/2014/main" id="{F6B219B3-CCA6-A55C-BB1C-AFECF69C5BA0}"/>
              </a:ext>
            </a:extLst>
          </p:cNvPr>
          <p:cNvCxnSpPr>
            <a:cxnSpLocks/>
          </p:cNvCxnSpPr>
          <p:nvPr/>
        </p:nvCxnSpPr>
        <p:spPr>
          <a:xfrm>
            <a:off x="2598579" y="2201235"/>
            <a:ext cx="0" cy="33660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5" name="Straight Arrow Connector 1514">
            <a:extLst>
              <a:ext uri="{FF2B5EF4-FFF2-40B4-BE49-F238E27FC236}">
                <a16:creationId xmlns:a16="http://schemas.microsoft.com/office/drawing/2014/main" id="{F94A1AB7-7D9E-D8D2-2827-6ADEC8162B4A}"/>
              </a:ext>
            </a:extLst>
          </p:cNvPr>
          <p:cNvCxnSpPr>
            <a:cxnSpLocks/>
          </p:cNvCxnSpPr>
          <p:nvPr/>
        </p:nvCxnSpPr>
        <p:spPr>
          <a:xfrm>
            <a:off x="3360910" y="2777573"/>
            <a:ext cx="54424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35" name="Group 1634">
            <a:extLst>
              <a:ext uri="{FF2B5EF4-FFF2-40B4-BE49-F238E27FC236}">
                <a16:creationId xmlns:a16="http://schemas.microsoft.com/office/drawing/2014/main" id="{EF7960F4-4F65-DADE-903D-0F831534AA22}"/>
              </a:ext>
            </a:extLst>
          </p:cNvPr>
          <p:cNvGrpSpPr/>
          <p:nvPr/>
        </p:nvGrpSpPr>
        <p:grpSpPr>
          <a:xfrm>
            <a:off x="10935072" y="1843285"/>
            <a:ext cx="1820937" cy="1757951"/>
            <a:chOff x="8068648" y="4856162"/>
            <a:chExt cx="1820937" cy="1757951"/>
          </a:xfrm>
        </p:grpSpPr>
        <p:sp>
          <p:nvSpPr>
            <p:cNvPr id="1633" name="Rectangle 1632">
              <a:extLst>
                <a:ext uri="{FF2B5EF4-FFF2-40B4-BE49-F238E27FC236}">
                  <a16:creationId xmlns:a16="http://schemas.microsoft.com/office/drawing/2014/main" id="{DCE77958-0435-44E9-57AD-B858007FBF8C}"/>
                </a:ext>
              </a:extLst>
            </p:cNvPr>
            <p:cNvSpPr/>
            <p:nvPr/>
          </p:nvSpPr>
          <p:spPr>
            <a:xfrm>
              <a:off x="8068648" y="4856162"/>
              <a:ext cx="1789472" cy="1721475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6A4BE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24" name="Rectangle 1623">
              <a:extLst>
                <a:ext uri="{FF2B5EF4-FFF2-40B4-BE49-F238E27FC236}">
                  <a16:creationId xmlns:a16="http://schemas.microsoft.com/office/drawing/2014/main" id="{3E50B836-EF88-EF62-990F-210C0026437B}"/>
                </a:ext>
              </a:extLst>
            </p:cNvPr>
            <p:cNvSpPr/>
            <p:nvPr/>
          </p:nvSpPr>
          <p:spPr>
            <a:xfrm>
              <a:off x="8100113" y="4892638"/>
              <a:ext cx="1789472" cy="1721475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00B0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524" name="Group 1523">
            <a:extLst>
              <a:ext uri="{FF2B5EF4-FFF2-40B4-BE49-F238E27FC236}">
                <a16:creationId xmlns:a16="http://schemas.microsoft.com/office/drawing/2014/main" id="{0FD9F432-A327-74D7-49A9-9BAD20D7A952}"/>
              </a:ext>
            </a:extLst>
          </p:cNvPr>
          <p:cNvGrpSpPr/>
          <p:nvPr/>
        </p:nvGrpSpPr>
        <p:grpSpPr>
          <a:xfrm>
            <a:off x="6109813" y="2001922"/>
            <a:ext cx="2071516" cy="1336027"/>
            <a:chOff x="5241723" y="4735674"/>
            <a:chExt cx="2071516" cy="1336027"/>
          </a:xfrm>
        </p:grpSpPr>
        <p:sp>
          <p:nvSpPr>
            <p:cNvPr id="1518" name="Parallelogram 1517">
              <a:extLst>
                <a:ext uri="{FF2B5EF4-FFF2-40B4-BE49-F238E27FC236}">
                  <a16:creationId xmlns:a16="http://schemas.microsoft.com/office/drawing/2014/main" id="{48E24B1F-A706-1149-675C-70A4C92614C6}"/>
                </a:ext>
              </a:extLst>
            </p:cNvPr>
            <p:cNvSpPr/>
            <p:nvPr/>
          </p:nvSpPr>
          <p:spPr>
            <a:xfrm rot="19655225">
              <a:off x="5241723" y="4735674"/>
              <a:ext cx="1447976" cy="642093"/>
            </a:xfrm>
            <a:prstGeom prst="parallelogram">
              <a:avLst>
                <a:gd name="adj" fmla="val 55125"/>
              </a:avLst>
            </a:prstGeom>
            <a:solidFill>
              <a:schemeClr val="bg1"/>
            </a:solidFill>
            <a:ln w="57150">
              <a:solidFill>
                <a:srgbClr val="6A4BE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19" name="Parallelogram 1518">
              <a:extLst>
                <a:ext uri="{FF2B5EF4-FFF2-40B4-BE49-F238E27FC236}">
                  <a16:creationId xmlns:a16="http://schemas.microsoft.com/office/drawing/2014/main" id="{D5342FD7-A0EF-7AB0-682F-493E1BFDE6BC}"/>
                </a:ext>
              </a:extLst>
            </p:cNvPr>
            <p:cNvSpPr/>
            <p:nvPr/>
          </p:nvSpPr>
          <p:spPr>
            <a:xfrm rot="19655225">
              <a:off x="5383162" y="4883666"/>
              <a:ext cx="1447976" cy="642093"/>
            </a:xfrm>
            <a:prstGeom prst="parallelogram">
              <a:avLst>
                <a:gd name="adj" fmla="val 55125"/>
              </a:avLst>
            </a:prstGeom>
            <a:solidFill>
              <a:schemeClr val="bg1"/>
            </a:solidFill>
            <a:ln w="57150">
              <a:solidFill>
                <a:srgbClr val="6A4BE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20" name="Parallelogram 1519">
              <a:extLst>
                <a:ext uri="{FF2B5EF4-FFF2-40B4-BE49-F238E27FC236}">
                  <a16:creationId xmlns:a16="http://schemas.microsoft.com/office/drawing/2014/main" id="{D6B58C1E-AA49-9095-413A-3A2994DFC49A}"/>
                </a:ext>
              </a:extLst>
            </p:cNvPr>
            <p:cNvSpPr/>
            <p:nvPr/>
          </p:nvSpPr>
          <p:spPr>
            <a:xfrm rot="19655225">
              <a:off x="5519697" y="5059133"/>
              <a:ext cx="1447976" cy="642093"/>
            </a:xfrm>
            <a:prstGeom prst="parallelogram">
              <a:avLst>
                <a:gd name="adj" fmla="val 55125"/>
              </a:avLst>
            </a:prstGeom>
            <a:solidFill>
              <a:schemeClr val="bg1"/>
            </a:solidFill>
            <a:ln w="57150">
              <a:solidFill>
                <a:srgbClr val="6A4BE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21" name="Parallelogram 1520">
              <a:extLst>
                <a:ext uri="{FF2B5EF4-FFF2-40B4-BE49-F238E27FC236}">
                  <a16:creationId xmlns:a16="http://schemas.microsoft.com/office/drawing/2014/main" id="{4169F9C4-39E1-13A8-DE7B-040B0787F349}"/>
                </a:ext>
              </a:extLst>
            </p:cNvPr>
            <p:cNvSpPr/>
            <p:nvPr/>
          </p:nvSpPr>
          <p:spPr>
            <a:xfrm rot="19655225">
              <a:off x="5670445" y="5225383"/>
              <a:ext cx="1447976" cy="642093"/>
            </a:xfrm>
            <a:prstGeom prst="parallelogram">
              <a:avLst>
                <a:gd name="adj" fmla="val 55125"/>
              </a:avLst>
            </a:prstGeom>
            <a:solidFill>
              <a:schemeClr val="bg1"/>
            </a:solidFill>
            <a:ln w="57150">
              <a:solidFill>
                <a:srgbClr val="6A4BE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22" name="Parallelogram 1521">
              <a:extLst>
                <a:ext uri="{FF2B5EF4-FFF2-40B4-BE49-F238E27FC236}">
                  <a16:creationId xmlns:a16="http://schemas.microsoft.com/office/drawing/2014/main" id="{1D7DF627-4244-A911-4E62-B086A3811D16}"/>
                </a:ext>
              </a:extLst>
            </p:cNvPr>
            <p:cNvSpPr/>
            <p:nvPr/>
          </p:nvSpPr>
          <p:spPr>
            <a:xfrm rot="19655225">
              <a:off x="5865263" y="5429608"/>
              <a:ext cx="1447976" cy="642093"/>
            </a:xfrm>
            <a:prstGeom prst="parallelogram">
              <a:avLst>
                <a:gd name="adj" fmla="val 55125"/>
              </a:avLst>
            </a:prstGeom>
            <a:solidFill>
              <a:schemeClr val="bg1"/>
            </a:solidFill>
            <a:ln w="57150">
              <a:solidFill>
                <a:srgbClr val="6A4BE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525" name="Group 1524">
            <a:extLst>
              <a:ext uri="{FF2B5EF4-FFF2-40B4-BE49-F238E27FC236}">
                <a16:creationId xmlns:a16="http://schemas.microsoft.com/office/drawing/2014/main" id="{8BD55FC8-F6F6-9C0D-95C0-4B73A3D7DA65}"/>
              </a:ext>
            </a:extLst>
          </p:cNvPr>
          <p:cNvGrpSpPr/>
          <p:nvPr/>
        </p:nvGrpSpPr>
        <p:grpSpPr>
          <a:xfrm>
            <a:off x="6141710" y="2033347"/>
            <a:ext cx="2071516" cy="1336027"/>
            <a:chOff x="5241723" y="4735674"/>
            <a:chExt cx="2071516" cy="1336027"/>
          </a:xfrm>
        </p:grpSpPr>
        <p:sp>
          <p:nvSpPr>
            <p:cNvPr id="1526" name="Parallelogram 1525">
              <a:extLst>
                <a:ext uri="{FF2B5EF4-FFF2-40B4-BE49-F238E27FC236}">
                  <a16:creationId xmlns:a16="http://schemas.microsoft.com/office/drawing/2014/main" id="{F6C54416-F89B-5199-111F-95BCFA5BBAA1}"/>
                </a:ext>
              </a:extLst>
            </p:cNvPr>
            <p:cNvSpPr/>
            <p:nvPr/>
          </p:nvSpPr>
          <p:spPr>
            <a:xfrm rot="19655225">
              <a:off x="5241723" y="4735674"/>
              <a:ext cx="1447976" cy="642093"/>
            </a:xfrm>
            <a:prstGeom prst="parallelogram">
              <a:avLst>
                <a:gd name="adj" fmla="val 55125"/>
              </a:avLst>
            </a:prstGeom>
            <a:solidFill>
              <a:schemeClr val="bg1"/>
            </a:solidFill>
            <a:ln w="57150">
              <a:solidFill>
                <a:srgbClr val="00B0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27" name="Parallelogram 1526">
              <a:extLst>
                <a:ext uri="{FF2B5EF4-FFF2-40B4-BE49-F238E27FC236}">
                  <a16:creationId xmlns:a16="http://schemas.microsoft.com/office/drawing/2014/main" id="{E0F7AEE8-4E73-E697-19A3-52CE73C74CD2}"/>
                </a:ext>
              </a:extLst>
            </p:cNvPr>
            <p:cNvSpPr/>
            <p:nvPr/>
          </p:nvSpPr>
          <p:spPr>
            <a:xfrm rot="19655225">
              <a:off x="5383162" y="4883666"/>
              <a:ext cx="1447976" cy="642093"/>
            </a:xfrm>
            <a:prstGeom prst="parallelogram">
              <a:avLst>
                <a:gd name="adj" fmla="val 55125"/>
              </a:avLst>
            </a:prstGeom>
            <a:solidFill>
              <a:schemeClr val="bg1"/>
            </a:solidFill>
            <a:ln w="57150">
              <a:solidFill>
                <a:srgbClr val="00B0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28" name="Parallelogram 1527">
              <a:extLst>
                <a:ext uri="{FF2B5EF4-FFF2-40B4-BE49-F238E27FC236}">
                  <a16:creationId xmlns:a16="http://schemas.microsoft.com/office/drawing/2014/main" id="{6CB36D16-AECD-4DBF-9FB8-8997948A9DF3}"/>
                </a:ext>
              </a:extLst>
            </p:cNvPr>
            <p:cNvSpPr/>
            <p:nvPr/>
          </p:nvSpPr>
          <p:spPr>
            <a:xfrm rot="19655225">
              <a:off x="5519697" y="5059133"/>
              <a:ext cx="1447976" cy="642093"/>
            </a:xfrm>
            <a:prstGeom prst="parallelogram">
              <a:avLst>
                <a:gd name="adj" fmla="val 55125"/>
              </a:avLst>
            </a:prstGeom>
            <a:solidFill>
              <a:schemeClr val="bg1"/>
            </a:solidFill>
            <a:ln w="57150">
              <a:solidFill>
                <a:srgbClr val="00B0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29" name="Parallelogram 1528">
              <a:extLst>
                <a:ext uri="{FF2B5EF4-FFF2-40B4-BE49-F238E27FC236}">
                  <a16:creationId xmlns:a16="http://schemas.microsoft.com/office/drawing/2014/main" id="{E328A518-94CB-0DE6-2333-5CE233B59CBD}"/>
                </a:ext>
              </a:extLst>
            </p:cNvPr>
            <p:cNvSpPr/>
            <p:nvPr/>
          </p:nvSpPr>
          <p:spPr>
            <a:xfrm rot="19655225">
              <a:off x="5670445" y="5225383"/>
              <a:ext cx="1447976" cy="642093"/>
            </a:xfrm>
            <a:prstGeom prst="parallelogram">
              <a:avLst>
                <a:gd name="adj" fmla="val 55125"/>
              </a:avLst>
            </a:prstGeom>
            <a:solidFill>
              <a:schemeClr val="bg1"/>
            </a:solidFill>
            <a:ln w="57150">
              <a:solidFill>
                <a:srgbClr val="00B0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30" name="Parallelogram 1529">
              <a:extLst>
                <a:ext uri="{FF2B5EF4-FFF2-40B4-BE49-F238E27FC236}">
                  <a16:creationId xmlns:a16="http://schemas.microsoft.com/office/drawing/2014/main" id="{B15CD7DA-BDE6-594D-1141-AD4A9E9A70ED}"/>
                </a:ext>
              </a:extLst>
            </p:cNvPr>
            <p:cNvSpPr/>
            <p:nvPr/>
          </p:nvSpPr>
          <p:spPr>
            <a:xfrm rot="19655225">
              <a:off x="5865263" y="5429608"/>
              <a:ext cx="1447976" cy="642093"/>
            </a:xfrm>
            <a:prstGeom prst="parallelogram">
              <a:avLst>
                <a:gd name="adj" fmla="val 55125"/>
              </a:avLst>
            </a:prstGeom>
            <a:solidFill>
              <a:schemeClr val="bg1"/>
            </a:solidFill>
            <a:ln w="57150">
              <a:solidFill>
                <a:srgbClr val="00B0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359" name="Straight Arrow Connector 1358">
            <a:extLst>
              <a:ext uri="{FF2B5EF4-FFF2-40B4-BE49-F238E27FC236}">
                <a16:creationId xmlns:a16="http://schemas.microsoft.com/office/drawing/2014/main" id="{E31554E5-0BD9-D5F3-E1F7-81B121DD2EF8}"/>
              </a:ext>
            </a:extLst>
          </p:cNvPr>
          <p:cNvCxnSpPr>
            <a:cxnSpLocks/>
          </p:cNvCxnSpPr>
          <p:nvPr/>
        </p:nvCxnSpPr>
        <p:spPr>
          <a:xfrm>
            <a:off x="15676924" y="3925961"/>
            <a:ext cx="44048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8" name="Straight Arrow Connector 1637">
            <a:extLst>
              <a:ext uri="{FF2B5EF4-FFF2-40B4-BE49-F238E27FC236}">
                <a16:creationId xmlns:a16="http://schemas.microsoft.com/office/drawing/2014/main" id="{D7A999B5-FD9C-69D0-7B23-9FB787154510}"/>
              </a:ext>
            </a:extLst>
          </p:cNvPr>
          <p:cNvCxnSpPr>
            <a:cxnSpLocks/>
          </p:cNvCxnSpPr>
          <p:nvPr/>
        </p:nvCxnSpPr>
        <p:spPr>
          <a:xfrm>
            <a:off x="17488749" y="3925961"/>
            <a:ext cx="73020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9" name="Straight Arrow Connector 1648">
            <a:extLst>
              <a:ext uri="{FF2B5EF4-FFF2-40B4-BE49-F238E27FC236}">
                <a16:creationId xmlns:a16="http://schemas.microsoft.com/office/drawing/2014/main" id="{C4FF8E43-9DB1-34C0-69B0-E076F5459B3A}"/>
              </a:ext>
            </a:extLst>
          </p:cNvPr>
          <p:cNvCxnSpPr>
            <a:cxnSpLocks/>
          </p:cNvCxnSpPr>
          <p:nvPr/>
        </p:nvCxnSpPr>
        <p:spPr>
          <a:xfrm flipV="1">
            <a:off x="7349607" y="4130808"/>
            <a:ext cx="0" cy="889292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4" name="Straight Connector 1653">
            <a:extLst>
              <a:ext uri="{FF2B5EF4-FFF2-40B4-BE49-F238E27FC236}">
                <a16:creationId xmlns:a16="http://schemas.microsoft.com/office/drawing/2014/main" id="{01CCE7C1-D0A2-BBA8-EB7C-B6B3202E7EA7}"/>
              </a:ext>
            </a:extLst>
          </p:cNvPr>
          <p:cNvCxnSpPr>
            <a:cxnSpLocks/>
          </p:cNvCxnSpPr>
          <p:nvPr/>
        </p:nvCxnSpPr>
        <p:spPr>
          <a:xfrm>
            <a:off x="7395928" y="5009276"/>
            <a:ext cx="931780" cy="0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8" name="Straight Connector 1657">
            <a:extLst>
              <a:ext uri="{FF2B5EF4-FFF2-40B4-BE49-F238E27FC236}">
                <a16:creationId xmlns:a16="http://schemas.microsoft.com/office/drawing/2014/main" id="{2FDC37AA-01D7-060E-DA1F-05AD2B465865}"/>
              </a:ext>
            </a:extLst>
          </p:cNvPr>
          <p:cNvCxnSpPr>
            <a:cxnSpLocks/>
          </p:cNvCxnSpPr>
          <p:nvPr/>
        </p:nvCxnSpPr>
        <p:spPr>
          <a:xfrm>
            <a:off x="10587731" y="4995889"/>
            <a:ext cx="931780" cy="0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9" name="Straight Arrow Connector 1658">
            <a:extLst>
              <a:ext uri="{FF2B5EF4-FFF2-40B4-BE49-F238E27FC236}">
                <a16:creationId xmlns:a16="http://schemas.microsoft.com/office/drawing/2014/main" id="{15A08653-D17B-369D-BCC3-776F6FA2B0F0}"/>
              </a:ext>
            </a:extLst>
          </p:cNvPr>
          <p:cNvCxnSpPr>
            <a:cxnSpLocks/>
          </p:cNvCxnSpPr>
          <p:nvPr/>
        </p:nvCxnSpPr>
        <p:spPr>
          <a:xfrm flipV="1">
            <a:off x="11519511" y="4392463"/>
            <a:ext cx="0" cy="616813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07D6C237-FC7F-8FF0-0526-9F9D9A68B390}"/>
              </a:ext>
            </a:extLst>
          </p:cNvPr>
          <p:cNvGrpSpPr/>
          <p:nvPr/>
        </p:nvGrpSpPr>
        <p:grpSpPr>
          <a:xfrm>
            <a:off x="8409114" y="4738440"/>
            <a:ext cx="2113183" cy="491445"/>
            <a:chOff x="8356593" y="4671336"/>
            <a:chExt cx="2113183" cy="49144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094AAD3-B77D-7C78-97B8-6CEE0EA6BD77}"/>
                </a:ext>
              </a:extLst>
            </p:cNvPr>
            <p:cNvGrpSpPr/>
            <p:nvPr/>
          </p:nvGrpSpPr>
          <p:grpSpPr>
            <a:xfrm>
              <a:off x="8356593" y="4671336"/>
              <a:ext cx="2113183" cy="491445"/>
              <a:chOff x="5770524" y="317859"/>
              <a:chExt cx="3821133" cy="77714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A88F0C3-3E08-9F9E-8170-EBAEA602C21D}"/>
                  </a:ext>
                </a:extLst>
              </p:cNvPr>
              <p:cNvSpPr/>
              <p:nvPr/>
            </p:nvSpPr>
            <p:spPr>
              <a:xfrm>
                <a:off x="5770524" y="317859"/>
                <a:ext cx="3756913" cy="697714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rgbClr val="6A4BE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EDF6467-4493-02F2-23CD-74272D971EA5}"/>
                  </a:ext>
                </a:extLst>
              </p:cNvPr>
              <p:cNvSpPr/>
              <p:nvPr/>
            </p:nvSpPr>
            <p:spPr>
              <a:xfrm>
                <a:off x="5829921" y="376116"/>
                <a:ext cx="3756913" cy="697714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rgbClr val="00B0E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05D73A32-1AD4-CDD5-2B5E-9690F2F1FE83}"/>
                  </a:ext>
                </a:extLst>
              </p:cNvPr>
              <p:cNvSpPr/>
              <p:nvPr/>
            </p:nvSpPr>
            <p:spPr>
              <a:xfrm>
                <a:off x="5834744" y="397286"/>
                <a:ext cx="3756913" cy="697713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857A7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9A6FD9B-FA76-6577-AFA7-B0B7B50A39B9}"/>
                </a:ext>
              </a:extLst>
            </p:cNvPr>
            <p:cNvSpPr txBox="1"/>
            <p:nvPr/>
          </p:nvSpPr>
          <p:spPr>
            <a:xfrm>
              <a:off x="8490026" y="4765032"/>
              <a:ext cx="18764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MAML Initialisation</a:t>
              </a:r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397D8120-5832-0C94-8E30-415FE40D9ECA}"/>
              </a:ext>
            </a:extLst>
          </p:cNvPr>
          <p:cNvSpPr/>
          <p:nvPr/>
        </p:nvSpPr>
        <p:spPr>
          <a:xfrm>
            <a:off x="9623774" y="2930977"/>
            <a:ext cx="117065" cy="11879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8EEB63F-F5AC-7C33-5461-E5F06DEEA5A2}"/>
              </a:ext>
            </a:extLst>
          </p:cNvPr>
          <p:cNvSpPr/>
          <p:nvPr/>
        </p:nvSpPr>
        <p:spPr>
          <a:xfrm>
            <a:off x="9470499" y="2471341"/>
            <a:ext cx="117065" cy="11879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518C5B6-573B-A2FC-F70B-C0407C56BF0F}"/>
              </a:ext>
            </a:extLst>
          </p:cNvPr>
          <p:cNvSpPr/>
          <p:nvPr/>
        </p:nvSpPr>
        <p:spPr>
          <a:xfrm>
            <a:off x="9622899" y="2623741"/>
            <a:ext cx="117065" cy="11879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A55981A-301A-B7DC-33D6-EAF82F112895}"/>
              </a:ext>
            </a:extLst>
          </p:cNvPr>
          <p:cNvSpPr/>
          <p:nvPr/>
        </p:nvSpPr>
        <p:spPr>
          <a:xfrm>
            <a:off x="9169420" y="2777573"/>
            <a:ext cx="117065" cy="11879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A776986-B2EF-1137-88BB-1ACE722A0038}"/>
              </a:ext>
            </a:extLst>
          </p:cNvPr>
          <p:cNvSpPr/>
          <p:nvPr/>
        </p:nvSpPr>
        <p:spPr>
          <a:xfrm>
            <a:off x="9321820" y="2929973"/>
            <a:ext cx="117065" cy="11879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E20A610-4EFA-16AA-EA20-8E428D0BBC64}"/>
              </a:ext>
            </a:extLst>
          </p:cNvPr>
          <p:cNvSpPr/>
          <p:nvPr/>
        </p:nvSpPr>
        <p:spPr>
          <a:xfrm>
            <a:off x="9321820" y="3085610"/>
            <a:ext cx="117065" cy="11879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B0A1F8C-DDB6-EEC8-790F-057A24D5AE2E}"/>
              </a:ext>
            </a:extLst>
          </p:cNvPr>
          <p:cNvSpPr/>
          <p:nvPr/>
        </p:nvSpPr>
        <p:spPr>
          <a:xfrm>
            <a:off x="9622899" y="2470123"/>
            <a:ext cx="117065" cy="11879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E932604-C8FA-E2B1-CD1F-5FBEF6BC3CF7}"/>
              </a:ext>
            </a:extLst>
          </p:cNvPr>
          <p:cNvSpPr/>
          <p:nvPr/>
        </p:nvSpPr>
        <p:spPr>
          <a:xfrm>
            <a:off x="9169419" y="2470123"/>
            <a:ext cx="117065" cy="11879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B15CD75-4A57-4A19-57DB-509CBE48FEFD}"/>
              </a:ext>
            </a:extLst>
          </p:cNvPr>
          <p:cNvSpPr/>
          <p:nvPr/>
        </p:nvSpPr>
        <p:spPr>
          <a:xfrm>
            <a:off x="9169418" y="2319095"/>
            <a:ext cx="117065" cy="11879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5887F70-0F78-CC11-37E2-BF97F6E3B936}"/>
              </a:ext>
            </a:extLst>
          </p:cNvPr>
          <p:cNvSpPr/>
          <p:nvPr/>
        </p:nvSpPr>
        <p:spPr>
          <a:xfrm>
            <a:off x="9933290" y="2470122"/>
            <a:ext cx="117065" cy="11879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F68A059-8097-DCB5-C2ED-DF32E7C5A4A3}"/>
              </a:ext>
            </a:extLst>
          </p:cNvPr>
          <p:cNvSpPr/>
          <p:nvPr/>
        </p:nvSpPr>
        <p:spPr>
          <a:xfrm>
            <a:off x="9932104" y="2931300"/>
            <a:ext cx="123199" cy="11879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5C03E9D-1C6C-646B-D744-760F90F61EE8}"/>
              </a:ext>
            </a:extLst>
          </p:cNvPr>
          <p:cNvSpPr/>
          <p:nvPr/>
        </p:nvSpPr>
        <p:spPr>
          <a:xfrm>
            <a:off x="9169494" y="3085610"/>
            <a:ext cx="117065" cy="11879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A14EED9-333A-25D8-DCF2-9DA0BAD79D86}"/>
              </a:ext>
            </a:extLst>
          </p:cNvPr>
          <p:cNvSpPr/>
          <p:nvPr/>
        </p:nvSpPr>
        <p:spPr>
          <a:xfrm>
            <a:off x="9776071" y="2166264"/>
            <a:ext cx="133388" cy="11879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82" name="Group 1381">
            <a:extLst>
              <a:ext uri="{FF2B5EF4-FFF2-40B4-BE49-F238E27FC236}">
                <a16:creationId xmlns:a16="http://schemas.microsoft.com/office/drawing/2014/main" id="{5C8EBF02-5023-F3E9-A872-38237A38956E}"/>
              </a:ext>
            </a:extLst>
          </p:cNvPr>
          <p:cNvGrpSpPr/>
          <p:nvPr/>
        </p:nvGrpSpPr>
        <p:grpSpPr>
          <a:xfrm>
            <a:off x="2261155" y="1202935"/>
            <a:ext cx="686235" cy="616446"/>
            <a:chOff x="1993296" y="5334000"/>
            <a:chExt cx="686235" cy="616446"/>
          </a:xfrm>
        </p:grpSpPr>
        <p:sp>
          <p:nvSpPr>
            <p:cNvPr id="50" name="Rounded Rectangle 49">
              <a:extLst>
                <a:ext uri="{FF2B5EF4-FFF2-40B4-BE49-F238E27FC236}">
                  <a16:creationId xmlns:a16="http://schemas.microsoft.com/office/drawing/2014/main" id="{F0A2BB51-1785-6E22-26DF-08DFEB49FEE1}"/>
                </a:ext>
              </a:extLst>
            </p:cNvPr>
            <p:cNvSpPr/>
            <p:nvPr/>
          </p:nvSpPr>
          <p:spPr>
            <a:xfrm>
              <a:off x="2074489" y="5411184"/>
              <a:ext cx="524090" cy="462078"/>
            </a:xfrm>
            <a:prstGeom prst="roundRect">
              <a:avLst>
                <a:gd name="adj" fmla="val 6463"/>
              </a:avLst>
            </a:prstGeom>
            <a:solidFill>
              <a:srgbClr val="DAEAFC"/>
            </a:solidFill>
            <a:ln w="38100">
              <a:solidFill>
                <a:srgbClr val="9CB4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9F785F02-7314-A70A-DD39-384DCE48F480}"/>
                </a:ext>
              </a:extLst>
            </p:cNvPr>
            <p:cNvGrpSpPr/>
            <p:nvPr/>
          </p:nvGrpSpPr>
          <p:grpSpPr>
            <a:xfrm>
              <a:off x="2137612" y="5334000"/>
              <a:ext cx="387821" cy="77184"/>
              <a:chOff x="2121568" y="5334000"/>
              <a:chExt cx="387821" cy="77184"/>
            </a:xfrm>
          </p:grpSpPr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2C1AE62C-0491-1E05-4697-2FD49772D10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1568" y="5334000"/>
                <a:ext cx="0" cy="77184"/>
              </a:xfrm>
              <a:prstGeom prst="line">
                <a:avLst/>
              </a:prstGeom>
              <a:ln w="38100">
                <a:solidFill>
                  <a:srgbClr val="9CB4DA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A9F12947-5F0C-E6EF-309D-7FBD22971C8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24499" y="5334000"/>
                <a:ext cx="0" cy="77184"/>
              </a:xfrm>
              <a:prstGeom prst="line">
                <a:avLst/>
              </a:prstGeom>
              <a:ln w="38100">
                <a:solidFill>
                  <a:srgbClr val="9CB4DA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A7656AE0-732C-DAEB-C333-20B91BCCB3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15648" y="5334000"/>
                <a:ext cx="0" cy="77184"/>
              </a:xfrm>
              <a:prstGeom prst="line">
                <a:avLst/>
              </a:prstGeom>
              <a:ln w="38100">
                <a:solidFill>
                  <a:srgbClr val="9CB4DA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FCD9FD2E-F0EA-6045-9D3C-E12A0CD60E2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12995" y="5334000"/>
                <a:ext cx="0" cy="77184"/>
              </a:xfrm>
              <a:prstGeom prst="line">
                <a:avLst/>
              </a:prstGeom>
              <a:ln w="38100">
                <a:solidFill>
                  <a:srgbClr val="9CB4DA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A214AB4F-E23B-B252-228A-496500E4793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09389" y="5334000"/>
                <a:ext cx="0" cy="77184"/>
              </a:xfrm>
              <a:prstGeom prst="line">
                <a:avLst/>
              </a:prstGeom>
              <a:ln w="38100">
                <a:solidFill>
                  <a:srgbClr val="9CB4DA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A7E8E535-312F-2FB0-E65D-1AE9E3ED4DA4}"/>
                </a:ext>
              </a:extLst>
            </p:cNvPr>
            <p:cNvGrpSpPr/>
            <p:nvPr/>
          </p:nvGrpSpPr>
          <p:grpSpPr>
            <a:xfrm rot="5400000">
              <a:off x="2447028" y="5599494"/>
              <a:ext cx="387821" cy="77184"/>
              <a:chOff x="2121568" y="5334000"/>
              <a:chExt cx="387821" cy="77184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CEC1C4ED-0A5B-1915-1E36-A3E0C74A75D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1568" y="5334000"/>
                <a:ext cx="0" cy="77184"/>
              </a:xfrm>
              <a:prstGeom prst="line">
                <a:avLst/>
              </a:prstGeom>
              <a:ln w="38100">
                <a:solidFill>
                  <a:srgbClr val="9CB4DA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EB747646-131F-DFF7-84C3-4253228625B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24499" y="5334000"/>
                <a:ext cx="0" cy="77184"/>
              </a:xfrm>
              <a:prstGeom prst="line">
                <a:avLst/>
              </a:prstGeom>
              <a:ln w="38100">
                <a:solidFill>
                  <a:srgbClr val="9CB4DA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3" name="Straight Connector 1352">
                <a:extLst>
                  <a:ext uri="{FF2B5EF4-FFF2-40B4-BE49-F238E27FC236}">
                    <a16:creationId xmlns:a16="http://schemas.microsoft.com/office/drawing/2014/main" id="{BC6F3792-DE16-AAD6-A0BD-D5D1B4192C1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15648" y="5334000"/>
                <a:ext cx="0" cy="77184"/>
              </a:xfrm>
              <a:prstGeom prst="line">
                <a:avLst/>
              </a:prstGeom>
              <a:ln w="38100">
                <a:solidFill>
                  <a:srgbClr val="9CB4DA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7" name="Straight Connector 1356">
                <a:extLst>
                  <a:ext uri="{FF2B5EF4-FFF2-40B4-BE49-F238E27FC236}">
                    <a16:creationId xmlns:a16="http://schemas.microsoft.com/office/drawing/2014/main" id="{B7283A70-BEE2-D0BF-F090-B1D7F9E65FA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12995" y="5334000"/>
                <a:ext cx="0" cy="77184"/>
              </a:xfrm>
              <a:prstGeom prst="line">
                <a:avLst/>
              </a:prstGeom>
              <a:ln w="38100">
                <a:solidFill>
                  <a:srgbClr val="9CB4DA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8" name="Straight Connector 1357">
                <a:extLst>
                  <a:ext uri="{FF2B5EF4-FFF2-40B4-BE49-F238E27FC236}">
                    <a16:creationId xmlns:a16="http://schemas.microsoft.com/office/drawing/2014/main" id="{BE83E03E-8F2A-88B6-83C9-55EE6676AFF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09389" y="5334000"/>
                <a:ext cx="0" cy="77184"/>
              </a:xfrm>
              <a:prstGeom prst="line">
                <a:avLst/>
              </a:prstGeom>
              <a:ln w="38100">
                <a:solidFill>
                  <a:srgbClr val="9CB4DA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60" name="Group 1359">
              <a:extLst>
                <a:ext uri="{FF2B5EF4-FFF2-40B4-BE49-F238E27FC236}">
                  <a16:creationId xmlns:a16="http://schemas.microsoft.com/office/drawing/2014/main" id="{C9085B2D-5040-E5AE-C104-02FB46E701DB}"/>
                </a:ext>
              </a:extLst>
            </p:cNvPr>
            <p:cNvGrpSpPr/>
            <p:nvPr/>
          </p:nvGrpSpPr>
          <p:grpSpPr>
            <a:xfrm rot="10800000">
              <a:off x="2147249" y="5873262"/>
              <a:ext cx="387821" cy="77184"/>
              <a:chOff x="2121568" y="5334000"/>
              <a:chExt cx="387821" cy="77184"/>
            </a:xfrm>
          </p:grpSpPr>
          <p:cxnSp>
            <p:nvCxnSpPr>
              <p:cNvPr id="1367" name="Straight Connector 1366">
                <a:extLst>
                  <a:ext uri="{FF2B5EF4-FFF2-40B4-BE49-F238E27FC236}">
                    <a16:creationId xmlns:a16="http://schemas.microsoft.com/office/drawing/2014/main" id="{2953FF4A-4F91-44C7-164B-8873E607995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1568" y="5334000"/>
                <a:ext cx="0" cy="77184"/>
              </a:xfrm>
              <a:prstGeom prst="line">
                <a:avLst/>
              </a:prstGeom>
              <a:ln w="38100">
                <a:solidFill>
                  <a:srgbClr val="9CB4DA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9" name="Straight Connector 1368">
                <a:extLst>
                  <a:ext uri="{FF2B5EF4-FFF2-40B4-BE49-F238E27FC236}">
                    <a16:creationId xmlns:a16="http://schemas.microsoft.com/office/drawing/2014/main" id="{DE0B6B5B-9C50-1951-EDB6-6CDEEEF947C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24499" y="5334000"/>
                <a:ext cx="0" cy="77184"/>
              </a:xfrm>
              <a:prstGeom prst="line">
                <a:avLst/>
              </a:prstGeom>
              <a:ln w="38100">
                <a:solidFill>
                  <a:srgbClr val="9CB4DA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1" name="Straight Connector 1370">
                <a:extLst>
                  <a:ext uri="{FF2B5EF4-FFF2-40B4-BE49-F238E27FC236}">
                    <a16:creationId xmlns:a16="http://schemas.microsoft.com/office/drawing/2014/main" id="{9123698F-602F-D437-65BE-516EBA4E99C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15648" y="5334000"/>
                <a:ext cx="0" cy="77184"/>
              </a:xfrm>
              <a:prstGeom prst="line">
                <a:avLst/>
              </a:prstGeom>
              <a:ln w="38100">
                <a:solidFill>
                  <a:srgbClr val="9CB4DA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2" name="Straight Connector 1371">
                <a:extLst>
                  <a:ext uri="{FF2B5EF4-FFF2-40B4-BE49-F238E27FC236}">
                    <a16:creationId xmlns:a16="http://schemas.microsoft.com/office/drawing/2014/main" id="{6A496AB4-E6C1-A46D-462F-9BD842F2B92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12995" y="5334000"/>
                <a:ext cx="0" cy="77184"/>
              </a:xfrm>
              <a:prstGeom prst="line">
                <a:avLst/>
              </a:prstGeom>
              <a:ln w="38100">
                <a:solidFill>
                  <a:srgbClr val="9CB4DA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3" name="Straight Connector 1372">
                <a:extLst>
                  <a:ext uri="{FF2B5EF4-FFF2-40B4-BE49-F238E27FC236}">
                    <a16:creationId xmlns:a16="http://schemas.microsoft.com/office/drawing/2014/main" id="{97E6E917-B63C-993D-3FEB-C91F62EEF25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09389" y="5334000"/>
                <a:ext cx="0" cy="77184"/>
              </a:xfrm>
              <a:prstGeom prst="line">
                <a:avLst/>
              </a:prstGeom>
              <a:ln w="38100">
                <a:solidFill>
                  <a:srgbClr val="9CB4DA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75" name="Group 1374">
              <a:extLst>
                <a:ext uri="{FF2B5EF4-FFF2-40B4-BE49-F238E27FC236}">
                  <a16:creationId xmlns:a16="http://schemas.microsoft.com/office/drawing/2014/main" id="{6BF7341A-E403-E407-982A-50CE6AD330EA}"/>
                </a:ext>
              </a:extLst>
            </p:cNvPr>
            <p:cNvGrpSpPr/>
            <p:nvPr/>
          </p:nvGrpSpPr>
          <p:grpSpPr>
            <a:xfrm rot="16200000">
              <a:off x="1837977" y="5599494"/>
              <a:ext cx="387821" cy="77184"/>
              <a:chOff x="2121568" y="5334000"/>
              <a:chExt cx="387821" cy="77184"/>
            </a:xfrm>
          </p:grpSpPr>
          <p:cxnSp>
            <p:nvCxnSpPr>
              <p:cNvPr id="1376" name="Straight Connector 1375">
                <a:extLst>
                  <a:ext uri="{FF2B5EF4-FFF2-40B4-BE49-F238E27FC236}">
                    <a16:creationId xmlns:a16="http://schemas.microsoft.com/office/drawing/2014/main" id="{F8E65A0E-6D1A-CDCE-54BF-1EBAFBD1997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1568" y="5334000"/>
                <a:ext cx="0" cy="77184"/>
              </a:xfrm>
              <a:prstGeom prst="line">
                <a:avLst/>
              </a:prstGeom>
              <a:ln w="38100">
                <a:solidFill>
                  <a:srgbClr val="9CB4DA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8" name="Straight Connector 1377">
                <a:extLst>
                  <a:ext uri="{FF2B5EF4-FFF2-40B4-BE49-F238E27FC236}">
                    <a16:creationId xmlns:a16="http://schemas.microsoft.com/office/drawing/2014/main" id="{BFC3042A-1EEF-1E78-0D35-BA612B0290A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24499" y="5334000"/>
                <a:ext cx="0" cy="77184"/>
              </a:xfrm>
              <a:prstGeom prst="line">
                <a:avLst/>
              </a:prstGeom>
              <a:ln w="38100">
                <a:solidFill>
                  <a:srgbClr val="9CB4DA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9" name="Straight Connector 1378">
                <a:extLst>
                  <a:ext uri="{FF2B5EF4-FFF2-40B4-BE49-F238E27FC236}">
                    <a16:creationId xmlns:a16="http://schemas.microsoft.com/office/drawing/2014/main" id="{D65C1E58-546A-FC4C-FCBB-381B0C26851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15648" y="5334000"/>
                <a:ext cx="0" cy="77184"/>
              </a:xfrm>
              <a:prstGeom prst="line">
                <a:avLst/>
              </a:prstGeom>
              <a:ln w="38100">
                <a:solidFill>
                  <a:srgbClr val="9CB4DA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0" name="Straight Connector 1379">
                <a:extLst>
                  <a:ext uri="{FF2B5EF4-FFF2-40B4-BE49-F238E27FC236}">
                    <a16:creationId xmlns:a16="http://schemas.microsoft.com/office/drawing/2014/main" id="{60EE7CD9-E80C-7AAC-F623-2C93F7F4D22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12995" y="5334000"/>
                <a:ext cx="0" cy="77184"/>
              </a:xfrm>
              <a:prstGeom prst="line">
                <a:avLst/>
              </a:prstGeom>
              <a:ln w="38100">
                <a:solidFill>
                  <a:srgbClr val="9CB4DA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1" name="Straight Connector 1380">
                <a:extLst>
                  <a:ext uri="{FF2B5EF4-FFF2-40B4-BE49-F238E27FC236}">
                    <a16:creationId xmlns:a16="http://schemas.microsoft.com/office/drawing/2014/main" id="{DF42C65D-9738-276F-649B-9F5469D2C08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09389" y="5334000"/>
                <a:ext cx="0" cy="77184"/>
              </a:xfrm>
              <a:prstGeom prst="line">
                <a:avLst/>
              </a:prstGeom>
              <a:ln w="38100">
                <a:solidFill>
                  <a:srgbClr val="9CB4DA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038" name="Straight Arrow Connector 1037">
            <a:extLst>
              <a:ext uri="{FF2B5EF4-FFF2-40B4-BE49-F238E27FC236}">
                <a16:creationId xmlns:a16="http://schemas.microsoft.com/office/drawing/2014/main" id="{E922C0AE-9A78-B607-7D17-139008804B33}"/>
              </a:ext>
            </a:extLst>
          </p:cNvPr>
          <p:cNvCxnSpPr>
            <a:cxnSpLocks/>
          </p:cNvCxnSpPr>
          <p:nvPr/>
        </p:nvCxnSpPr>
        <p:spPr>
          <a:xfrm>
            <a:off x="5907877" y="2822785"/>
            <a:ext cx="36960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73" name="Group 1472">
            <a:extLst>
              <a:ext uri="{FF2B5EF4-FFF2-40B4-BE49-F238E27FC236}">
                <a16:creationId xmlns:a16="http://schemas.microsoft.com/office/drawing/2014/main" id="{54189D71-BAEB-AA34-F999-B743B73E59BF}"/>
              </a:ext>
            </a:extLst>
          </p:cNvPr>
          <p:cNvGrpSpPr/>
          <p:nvPr/>
        </p:nvGrpSpPr>
        <p:grpSpPr>
          <a:xfrm>
            <a:off x="3707570" y="1885281"/>
            <a:ext cx="2522071" cy="2420662"/>
            <a:chOff x="656177" y="1149542"/>
            <a:chExt cx="2522071" cy="2420662"/>
          </a:xfrm>
        </p:grpSpPr>
        <p:grpSp>
          <p:nvGrpSpPr>
            <p:cNvPr id="1472" name="Group 1471">
              <a:extLst>
                <a:ext uri="{FF2B5EF4-FFF2-40B4-BE49-F238E27FC236}">
                  <a16:creationId xmlns:a16="http://schemas.microsoft.com/office/drawing/2014/main" id="{99B4B4BE-93B7-DB05-F5BE-C4E8250E92CA}"/>
                </a:ext>
              </a:extLst>
            </p:cNvPr>
            <p:cNvGrpSpPr/>
            <p:nvPr/>
          </p:nvGrpSpPr>
          <p:grpSpPr>
            <a:xfrm>
              <a:off x="963561" y="1149542"/>
              <a:ext cx="1789472" cy="1721475"/>
              <a:chOff x="963561" y="1149542"/>
              <a:chExt cx="1789472" cy="1721475"/>
            </a:xfrm>
          </p:grpSpPr>
          <p:sp>
            <p:nvSpPr>
              <p:cNvPr id="1050" name="Rectangle 1049">
                <a:extLst>
                  <a:ext uri="{FF2B5EF4-FFF2-40B4-BE49-F238E27FC236}">
                    <a16:creationId xmlns:a16="http://schemas.microsoft.com/office/drawing/2014/main" id="{439D0453-7FF3-9934-D34E-FAD704F11A4A}"/>
                  </a:ext>
                </a:extLst>
              </p:cNvPr>
              <p:cNvSpPr/>
              <p:nvPr/>
            </p:nvSpPr>
            <p:spPr>
              <a:xfrm>
                <a:off x="963561" y="1149542"/>
                <a:ext cx="1789472" cy="172147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F0F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034" name="Group 1033">
                <a:extLst>
                  <a:ext uri="{FF2B5EF4-FFF2-40B4-BE49-F238E27FC236}">
                    <a16:creationId xmlns:a16="http://schemas.microsoft.com/office/drawing/2014/main" id="{D8BCEF34-37E2-025A-96CA-642E5DAC1635}"/>
                  </a:ext>
                </a:extLst>
              </p:cNvPr>
              <p:cNvGrpSpPr/>
              <p:nvPr/>
            </p:nvGrpSpPr>
            <p:grpSpPr>
              <a:xfrm>
                <a:off x="1298307" y="1323503"/>
                <a:ext cx="1193658" cy="1354719"/>
                <a:chOff x="1256701" y="1662825"/>
                <a:chExt cx="1193658" cy="1354719"/>
              </a:xfrm>
            </p:grpSpPr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D848C825-4AE1-EDEF-7519-F5734743D1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472699" y="1683351"/>
                  <a:ext cx="650526" cy="44591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3C49087B-E3F1-4A7D-3572-598077D3EB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524066" y="2140369"/>
                  <a:ext cx="592683" cy="33052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ACF96B57-F2D1-B5B8-9A30-28980BF9613C}"/>
                    </a:ext>
                  </a:extLst>
                </p:cNvPr>
                <p:cNvCxnSpPr>
                  <a:cxnSpLocks/>
                  <a:endCxn id="27" idx="1"/>
                </p:cNvCxnSpPr>
                <p:nvPr/>
              </p:nvCxnSpPr>
              <p:spPr>
                <a:xfrm>
                  <a:off x="1503525" y="2234187"/>
                  <a:ext cx="553998" cy="44460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4CA8FDFE-14DA-C909-EDDD-3C089797C6D4}"/>
                    </a:ext>
                  </a:extLst>
                </p:cNvPr>
                <p:cNvCxnSpPr>
                  <a:cxnSpLocks/>
                  <a:endCxn id="14" idx="1"/>
                </p:cNvCxnSpPr>
                <p:nvPr/>
              </p:nvCxnSpPr>
              <p:spPr>
                <a:xfrm flipV="1">
                  <a:off x="1468015" y="1770547"/>
                  <a:ext cx="592683" cy="78522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89FBD618-057B-8D7C-36AA-7B3E3FB6D2DB}"/>
                    </a:ext>
                  </a:extLst>
                </p:cNvPr>
                <p:cNvGrpSpPr/>
                <p:nvPr/>
              </p:nvGrpSpPr>
              <p:grpSpPr>
                <a:xfrm>
                  <a:off x="1256701" y="1997242"/>
                  <a:ext cx="416356" cy="288758"/>
                  <a:chOff x="1563715" y="842210"/>
                  <a:chExt cx="782053" cy="541421"/>
                </a:xfrm>
              </p:grpSpPr>
              <p:sp>
                <p:nvSpPr>
                  <p:cNvPr id="4" name="Oval 3">
                    <a:extLst>
                      <a:ext uri="{FF2B5EF4-FFF2-40B4-BE49-F238E27FC236}">
                        <a16:creationId xmlns:a16="http://schemas.microsoft.com/office/drawing/2014/main" id="{3E18C462-9455-B7AC-AC19-B77DA0115380}"/>
                      </a:ext>
                    </a:extLst>
                  </p:cNvPr>
                  <p:cNvSpPr/>
                  <p:nvPr/>
                </p:nvSpPr>
                <p:spPr>
                  <a:xfrm>
                    <a:off x="1576137" y="842210"/>
                    <a:ext cx="553452" cy="541421"/>
                  </a:xfrm>
                  <a:prstGeom prst="ellipse">
                    <a:avLst/>
                  </a:prstGeom>
                  <a:solidFill>
                    <a:srgbClr val="B3ACD5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B0660DB7-CD7C-4619-A8BB-7A1770BD4CA4}"/>
                      </a:ext>
                    </a:extLst>
                  </p:cNvPr>
                  <p:cNvSpPr txBox="1"/>
                  <p:nvPr/>
                </p:nvSpPr>
                <p:spPr>
                  <a:xfrm>
                    <a:off x="1563715" y="870496"/>
                    <a:ext cx="782053" cy="46166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000" b="1" dirty="0">
                        <a:latin typeface="Montserrat" pitchFamily="2" charset="77"/>
                      </a:rPr>
                      <a:t>C</a:t>
                    </a:r>
                    <a:r>
                      <a:rPr lang="en-US" sz="1000" b="1" baseline="-25000" dirty="0">
                        <a:latin typeface="Montserrat" pitchFamily="2" charset="77"/>
                      </a:rPr>
                      <a:t>1</a:t>
                    </a:r>
                  </a:p>
                </p:txBody>
              </p:sp>
            </p:grpSp>
            <p:grpSp>
              <p:nvGrpSpPr>
                <p:cNvPr id="10" name="Group 9">
                  <a:extLst>
                    <a:ext uri="{FF2B5EF4-FFF2-40B4-BE49-F238E27FC236}">
                      <a16:creationId xmlns:a16="http://schemas.microsoft.com/office/drawing/2014/main" id="{357AB2FE-37CB-1815-E4FB-A020F0D65A79}"/>
                    </a:ext>
                  </a:extLst>
                </p:cNvPr>
                <p:cNvGrpSpPr/>
                <p:nvPr/>
              </p:nvGrpSpPr>
              <p:grpSpPr>
                <a:xfrm>
                  <a:off x="1259876" y="2426368"/>
                  <a:ext cx="416356" cy="288758"/>
                  <a:chOff x="1547079" y="842210"/>
                  <a:chExt cx="782053" cy="541421"/>
                </a:xfrm>
              </p:grpSpPr>
              <p:sp>
                <p:nvSpPr>
                  <p:cNvPr id="11" name="Oval 10">
                    <a:extLst>
                      <a:ext uri="{FF2B5EF4-FFF2-40B4-BE49-F238E27FC236}">
                        <a16:creationId xmlns:a16="http://schemas.microsoft.com/office/drawing/2014/main" id="{5932DD2C-980C-706F-DBC1-501A20F6FC08}"/>
                      </a:ext>
                    </a:extLst>
                  </p:cNvPr>
                  <p:cNvSpPr/>
                  <p:nvPr/>
                </p:nvSpPr>
                <p:spPr>
                  <a:xfrm>
                    <a:off x="1576137" y="842210"/>
                    <a:ext cx="553452" cy="541421"/>
                  </a:xfrm>
                  <a:prstGeom prst="ellipse">
                    <a:avLst/>
                  </a:prstGeom>
                  <a:solidFill>
                    <a:srgbClr val="B3ACD5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BA739577-1208-C381-F60E-02CC2CDE9948}"/>
                      </a:ext>
                    </a:extLst>
                  </p:cNvPr>
                  <p:cNvSpPr txBox="1"/>
                  <p:nvPr/>
                </p:nvSpPr>
                <p:spPr>
                  <a:xfrm>
                    <a:off x="1547079" y="870496"/>
                    <a:ext cx="782053" cy="46166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000" b="1" dirty="0">
                        <a:latin typeface="Montserrat" pitchFamily="2" charset="77"/>
                      </a:rPr>
                      <a:t>C</a:t>
                    </a:r>
                    <a:r>
                      <a:rPr lang="en-US" sz="1000" b="1" baseline="-25000" dirty="0">
                        <a:latin typeface="Montserrat" pitchFamily="2" charset="77"/>
                      </a:rPr>
                      <a:t>2</a:t>
                    </a:r>
                  </a:p>
                </p:txBody>
              </p:sp>
            </p:grp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E6D0B16F-A19C-4B40-034C-55E2581D2D8F}"/>
                    </a:ext>
                  </a:extLst>
                </p:cNvPr>
                <p:cNvCxnSpPr>
                  <a:cxnSpLocks/>
                  <a:endCxn id="21" idx="1"/>
                </p:cNvCxnSpPr>
                <p:nvPr/>
              </p:nvCxnSpPr>
              <p:spPr>
                <a:xfrm flipV="1">
                  <a:off x="1564578" y="2226257"/>
                  <a:ext cx="496120" cy="32951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075488AD-6F25-928A-39CB-CFF032E763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557966" y="2636088"/>
                  <a:ext cx="643194" cy="34498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006893A6-D64F-157C-F9A8-0D84FA0C38EC}"/>
                    </a:ext>
                  </a:extLst>
                </p:cNvPr>
                <p:cNvGrpSpPr/>
                <p:nvPr/>
              </p:nvGrpSpPr>
              <p:grpSpPr>
                <a:xfrm>
                  <a:off x="2018482" y="1662825"/>
                  <a:ext cx="431877" cy="1354719"/>
                  <a:chOff x="2125162" y="1708545"/>
                  <a:chExt cx="431877" cy="1354719"/>
                </a:xfrm>
              </p:grpSpPr>
              <p:grpSp>
                <p:nvGrpSpPr>
                  <p:cNvPr id="15" name="Group 14">
                    <a:extLst>
                      <a:ext uri="{FF2B5EF4-FFF2-40B4-BE49-F238E27FC236}">
                        <a16:creationId xmlns:a16="http://schemas.microsoft.com/office/drawing/2014/main" id="{D691B7BC-F614-4CF1-2BE1-7281535D66B4}"/>
                      </a:ext>
                    </a:extLst>
                  </p:cNvPr>
                  <p:cNvGrpSpPr/>
                  <p:nvPr/>
                </p:nvGrpSpPr>
                <p:grpSpPr>
                  <a:xfrm>
                    <a:off x="2151503" y="1708545"/>
                    <a:ext cx="345211" cy="215444"/>
                    <a:chOff x="2538663" y="2009442"/>
                    <a:chExt cx="345211" cy="215444"/>
                  </a:xfrm>
                </p:grpSpPr>
                <p:sp>
                  <p:nvSpPr>
                    <p:cNvPr id="13" name="Rectangle 12">
                      <a:extLst>
                        <a:ext uri="{FF2B5EF4-FFF2-40B4-BE49-F238E27FC236}">
                          <a16:creationId xmlns:a16="http://schemas.microsoft.com/office/drawing/2014/main" id="{8823DED6-8304-BFF2-6EC7-5E25F0659A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38663" y="2028203"/>
                      <a:ext cx="300790" cy="190622"/>
                    </a:xfrm>
                    <a:prstGeom prst="rect">
                      <a:avLst/>
                    </a:prstGeom>
                    <a:solidFill>
                      <a:srgbClr val="78C5E3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14" name="TextBox 13">
                          <a:extLst>
                            <a:ext uri="{FF2B5EF4-FFF2-40B4-BE49-F238E27FC236}">
                              <a16:creationId xmlns:a16="http://schemas.microsoft.com/office/drawing/2014/main" id="{C7C664AF-096E-073D-40F9-466920FC26DD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2554538" y="2009442"/>
                          <a:ext cx="329336" cy="21544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8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sz="800" b="1" baseline="-25000" dirty="0">
                              <a:latin typeface="Montserrat" pitchFamily="2" charset="77"/>
                            </a:rPr>
                            <a:t>1</a:t>
                          </a:r>
                        </a:p>
                      </p:txBody>
                    </p:sp>
                  </mc:Choice>
                  <mc:Fallback xmlns="">
                    <p:sp>
                      <p:nvSpPr>
                        <p:cNvPr id="14" name="TextBox 13">
                          <a:extLst>
                            <a:ext uri="{FF2B5EF4-FFF2-40B4-BE49-F238E27FC236}">
                              <a16:creationId xmlns:a16="http://schemas.microsoft.com/office/drawing/2014/main" id="{5D8D8BE1-1115-DD30-F710-0BB8D28902A7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2554538" y="2009442"/>
                          <a:ext cx="329336" cy="215444"/>
                        </a:xfrm>
                        <a:prstGeom prst="rect">
                          <a:avLst/>
                        </a:prstGeom>
                        <a:blipFill>
                          <a:blip r:embed="rId9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grpSp>
                <p:nvGrpSpPr>
                  <p:cNvPr id="16" name="Group 15">
                    <a:extLst>
                      <a:ext uri="{FF2B5EF4-FFF2-40B4-BE49-F238E27FC236}">
                        <a16:creationId xmlns:a16="http://schemas.microsoft.com/office/drawing/2014/main" id="{D0B750E9-7D5F-BD83-84D6-5E433E5BC99E}"/>
                      </a:ext>
                    </a:extLst>
                  </p:cNvPr>
                  <p:cNvGrpSpPr/>
                  <p:nvPr/>
                </p:nvGrpSpPr>
                <p:grpSpPr>
                  <a:xfrm>
                    <a:off x="2125162" y="1942750"/>
                    <a:ext cx="327131" cy="215444"/>
                    <a:chOff x="2512322" y="2015792"/>
                    <a:chExt cx="327131" cy="215444"/>
                  </a:xfrm>
                </p:grpSpPr>
                <p:sp>
                  <p:nvSpPr>
                    <p:cNvPr id="17" name="Rectangle 16">
                      <a:extLst>
                        <a:ext uri="{FF2B5EF4-FFF2-40B4-BE49-F238E27FC236}">
                          <a16:creationId xmlns:a16="http://schemas.microsoft.com/office/drawing/2014/main" id="{F71AFFD3-1453-E3CC-852A-9639E4C043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38663" y="2028203"/>
                      <a:ext cx="300790" cy="190622"/>
                    </a:xfrm>
                    <a:prstGeom prst="rect">
                      <a:avLst/>
                    </a:prstGeom>
                    <a:solidFill>
                      <a:srgbClr val="78C5E3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18" name="TextBox 17">
                          <a:extLst>
                            <a:ext uri="{FF2B5EF4-FFF2-40B4-BE49-F238E27FC236}">
                              <a16:creationId xmlns:a16="http://schemas.microsoft.com/office/drawing/2014/main" id="{74DE9620-2953-F037-6AE5-F0B0E3B12058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2512322" y="2015792"/>
                          <a:ext cx="327131" cy="21544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n-US" sz="800" smtClean="0"/>
                                <m:t>¬</m:t>
                              </m:r>
                              <m:r>
                                <a:rPr lang="en-US" sz="8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sz="800" b="1" baseline="-25000" dirty="0">
                              <a:latin typeface="Montserrat" pitchFamily="2" charset="77"/>
                            </a:rPr>
                            <a:t>1</a:t>
                          </a:r>
                          <a:endParaRPr lang="en-US" sz="800" b="1" dirty="0">
                            <a:latin typeface="Montserrat" pitchFamily="2" charset="77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18" name="TextBox 17">
                          <a:extLst>
                            <a:ext uri="{FF2B5EF4-FFF2-40B4-BE49-F238E27FC236}">
                              <a16:creationId xmlns:a16="http://schemas.microsoft.com/office/drawing/2014/main" id="{07A1770E-E778-E908-5303-DBBAEE5AB05D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2512322" y="2015792"/>
                          <a:ext cx="327131" cy="215444"/>
                        </a:xfrm>
                        <a:prstGeom prst="rect">
                          <a:avLst/>
                        </a:prstGeom>
                        <a:blipFill>
                          <a:blip r:embed="rId10"/>
                          <a:stretch>
                            <a:fillRect b="-11111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grpSp>
                <p:nvGrpSpPr>
                  <p:cNvPr id="19" name="Group 18">
                    <a:extLst>
                      <a:ext uri="{FF2B5EF4-FFF2-40B4-BE49-F238E27FC236}">
                        <a16:creationId xmlns:a16="http://schemas.microsoft.com/office/drawing/2014/main" id="{24F74997-C82C-7A4B-520D-8A347CE54290}"/>
                      </a:ext>
                    </a:extLst>
                  </p:cNvPr>
                  <p:cNvGrpSpPr/>
                  <p:nvPr/>
                </p:nvGrpSpPr>
                <p:grpSpPr>
                  <a:xfrm>
                    <a:off x="2151503" y="2164255"/>
                    <a:ext cx="316665" cy="215444"/>
                    <a:chOff x="2538663" y="2009442"/>
                    <a:chExt cx="316665" cy="215444"/>
                  </a:xfrm>
                </p:grpSpPr>
                <p:sp>
                  <p:nvSpPr>
                    <p:cNvPr id="20" name="Rectangle 19">
                      <a:extLst>
                        <a:ext uri="{FF2B5EF4-FFF2-40B4-BE49-F238E27FC236}">
                          <a16:creationId xmlns:a16="http://schemas.microsoft.com/office/drawing/2014/main" id="{56A9E15E-82B9-C30F-C790-D68D95A8512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38663" y="2028203"/>
                      <a:ext cx="300790" cy="190622"/>
                    </a:xfrm>
                    <a:prstGeom prst="rect">
                      <a:avLst/>
                    </a:prstGeom>
                    <a:solidFill>
                      <a:srgbClr val="78C5E3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21" name="TextBox 20">
                          <a:extLst>
                            <a:ext uri="{FF2B5EF4-FFF2-40B4-BE49-F238E27FC236}">
                              <a16:creationId xmlns:a16="http://schemas.microsoft.com/office/drawing/2014/main" id="{B8AB46DD-465B-1250-8093-648345994573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2554538" y="2009442"/>
                          <a:ext cx="300790" cy="21544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8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sz="800" b="1" baseline="-25000" dirty="0">
                              <a:latin typeface="Montserrat" pitchFamily="2" charset="77"/>
                            </a:rPr>
                            <a:t>2</a:t>
                          </a:r>
                          <a:endParaRPr lang="en-US" sz="800" b="1" dirty="0">
                            <a:latin typeface="Montserrat" pitchFamily="2" charset="77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21" name="TextBox 20">
                          <a:extLst>
                            <a:ext uri="{FF2B5EF4-FFF2-40B4-BE49-F238E27FC236}">
                              <a16:creationId xmlns:a16="http://schemas.microsoft.com/office/drawing/2014/main" id="{509A5C6F-683A-9E9B-B4ED-F1452EA145E0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2554538" y="2009442"/>
                          <a:ext cx="300790" cy="215444"/>
                        </a:xfrm>
                        <a:prstGeom prst="rect">
                          <a:avLst/>
                        </a:prstGeom>
                        <a:blipFill>
                          <a:blip r:embed="rId11"/>
                          <a:stretch>
                            <a:fillRect b="-5556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grpSp>
                <p:nvGrpSpPr>
                  <p:cNvPr id="22" name="Group 21">
                    <a:extLst>
                      <a:ext uri="{FF2B5EF4-FFF2-40B4-BE49-F238E27FC236}">
                        <a16:creationId xmlns:a16="http://schemas.microsoft.com/office/drawing/2014/main" id="{132BFEE8-0EB8-57B2-2BC7-C061D84FF027}"/>
                      </a:ext>
                    </a:extLst>
                  </p:cNvPr>
                  <p:cNvGrpSpPr/>
                  <p:nvPr/>
                </p:nvGrpSpPr>
                <p:grpSpPr>
                  <a:xfrm>
                    <a:off x="2132100" y="2392110"/>
                    <a:ext cx="353939" cy="215444"/>
                    <a:chOff x="2519260" y="2009442"/>
                    <a:chExt cx="353939" cy="215444"/>
                  </a:xfrm>
                </p:grpSpPr>
                <p:sp>
                  <p:nvSpPr>
                    <p:cNvPr id="23" name="Rectangle 22">
                      <a:extLst>
                        <a:ext uri="{FF2B5EF4-FFF2-40B4-BE49-F238E27FC236}">
                          <a16:creationId xmlns:a16="http://schemas.microsoft.com/office/drawing/2014/main" id="{10732F9D-216C-E321-1297-CBC8E48427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38663" y="2028203"/>
                      <a:ext cx="300790" cy="190622"/>
                    </a:xfrm>
                    <a:prstGeom prst="rect">
                      <a:avLst/>
                    </a:prstGeom>
                    <a:solidFill>
                      <a:srgbClr val="78C5E3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24" name="TextBox 23">
                          <a:extLst>
                            <a:ext uri="{FF2B5EF4-FFF2-40B4-BE49-F238E27FC236}">
                              <a16:creationId xmlns:a16="http://schemas.microsoft.com/office/drawing/2014/main" id="{AEA4C338-0786-D3A7-63E0-5988CD5049B2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2519260" y="2009442"/>
                          <a:ext cx="353939" cy="21544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n-US" sz="800" smtClean="0"/>
                                <m:t>¬</m:t>
                              </m:r>
                              <m:r>
                                <a:rPr lang="en-US" sz="8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sz="800" b="1" baseline="-25000" dirty="0">
                              <a:latin typeface="Montserrat" pitchFamily="2" charset="77"/>
                            </a:rPr>
                            <a:t>2</a:t>
                          </a:r>
                          <a:endParaRPr lang="en-US" sz="800" b="1" dirty="0">
                            <a:latin typeface="Montserrat" pitchFamily="2" charset="77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24" name="TextBox 23">
                          <a:extLst>
                            <a:ext uri="{FF2B5EF4-FFF2-40B4-BE49-F238E27FC236}">
                              <a16:creationId xmlns:a16="http://schemas.microsoft.com/office/drawing/2014/main" id="{06833873-83F3-702C-F93A-851BAADCB55B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2519260" y="2009442"/>
                          <a:ext cx="353939" cy="215444"/>
                        </a:xfrm>
                        <a:prstGeom prst="rect">
                          <a:avLst/>
                        </a:prstGeom>
                        <a:blipFill>
                          <a:blip r:embed="rId12"/>
                          <a:stretch>
                            <a:fillRect b="-11765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grpSp>
                <p:nvGrpSpPr>
                  <p:cNvPr id="25" name="Group 24">
                    <a:extLst>
                      <a:ext uri="{FF2B5EF4-FFF2-40B4-BE49-F238E27FC236}">
                        <a16:creationId xmlns:a16="http://schemas.microsoft.com/office/drawing/2014/main" id="{625F48D3-C25A-6EE4-A200-161287DEAF26}"/>
                      </a:ext>
                    </a:extLst>
                  </p:cNvPr>
                  <p:cNvGrpSpPr/>
                  <p:nvPr/>
                </p:nvGrpSpPr>
                <p:grpSpPr>
                  <a:xfrm>
                    <a:off x="2151503" y="2616790"/>
                    <a:ext cx="405536" cy="215444"/>
                    <a:chOff x="2538663" y="2006267"/>
                    <a:chExt cx="405536" cy="215444"/>
                  </a:xfrm>
                </p:grpSpPr>
                <p:sp>
                  <p:nvSpPr>
                    <p:cNvPr id="26" name="Rectangle 25">
                      <a:extLst>
                        <a:ext uri="{FF2B5EF4-FFF2-40B4-BE49-F238E27FC236}">
                          <a16:creationId xmlns:a16="http://schemas.microsoft.com/office/drawing/2014/main" id="{F22BC934-32F2-57BF-76F6-60A87F4EA23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38663" y="2028203"/>
                      <a:ext cx="300790" cy="190622"/>
                    </a:xfrm>
                    <a:prstGeom prst="rect">
                      <a:avLst/>
                    </a:prstGeom>
                    <a:solidFill>
                      <a:srgbClr val="78C5E3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27" name="TextBox 26">
                          <a:extLst>
                            <a:ext uri="{FF2B5EF4-FFF2-40B4-BE49-F238E27FC236}">
                              <a16:creationId xmlns:a16="http://schemas.microsoft.com/office/drawing/2014/main" id="{F49604AF-9D56-78FF-98D7-0D1BB6B66206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2551363" y="2006267"/>
                          <a:ext cx="392836" cy="21544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8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sz="800" b="1" baseline="-25000" dirty="0">
                              <a:latin typeface="Montserrat" pitchFamily="2" charset="77"/>
                            </a:rPr>
                            <a:t>3</a:t>
                          </a:r>
                          <a:endParaRPr lang="en-US" sz="800" b="1" dirty="0">
                            <a:latin typeface="Montserrat" pitchFamily="2" charset="77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27" name="TextBox 26">
                          <a:extLst>
                            <a:ext uri="{FF2B5EF4-FFF2-40B4-BE49-F238E27FC236}">
                              <a16:creationId xmlns:a16="http://schemas.microsoft.com/office/drawing/2014/main" id="{A5FF3E7A-43A4-7535-304E-32AE8902AB79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2551363" y="2006267"/>
                          <a:ext cx="392836" cy="215444"/>
                        </a:xfrm>
                        <a:prstGeom prst="rect">
                          <a:avLst/>
                        </a:prstGeom>
                        <a:blipFill>
                          <a:blip r:embed="rId13"/>
                          <a:stretch>
                            <a:fillRect b="-11111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grpSp>
                <p:nvGrpSpPr>
                  <p:cNvPr id="28" name="Group 27">
                    <a:extLst>
                      <a:ext uri="{FF2B5EF4-FFF2-40B4-BE49-F238E27FC236}">
                        <a16:creationId xmlns:a16="http://schemas.microsoft.com/office/drawing/2014/main" id="{2B861AAF-3767-5B73-E30C-74744F863B06}"/>
                      </a:ext>
                    </a:extLst>
                  </p:cNvPr>
                  <p:cNvGrpSpPr/>
                  <p:nvPr/>
                </p:nvGrpSpPr>
                <p:grpSpPr>
                  <a:xfrm>
                    <a:off x="2130924" y="2847820"/>
                    <a:ext cx="392836" cy="215444"/>
                    <a:chOff x="2518084" y="2009442"/>
                    <a:chExt cx="392836" cy="215444"/>
                  </a:xfrm>
                </p:grpSpPr>
                <p:sp>
                  <p:nvSpPr>
                    <p:cNvPr id="29" name="Rectangle 28">
                      <a:extLst>
                        <a:ext uri="{FF2B5EF4-FFF2-40B4-BE49-F238E27FC236}">
                          <a16:creationId xmlns:a16="http://schemas.microsoft.com/office/drawing/2014/main" id="{784D7979-86DA-2A39-15D9-01DAB8DD8A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38663" y="2028203"/>
                      <a:ext cx="300790" cy="190622"/>
                    </a:xfrm>
                    <a:prstGeom prst="rect">
                      <a:avLst/>
                    </a:prstGeom>
                    <a:solidFill>
                      <a:srgbClr val="78C5E3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30" name="TextBox 29">
                          <a:extLst>
                            <a:ext uri="{FF2B5EF4-FFF2-40B4-BE49-F238E27FC236}">
                              <a16:creationId xmlns:a16="http://schemas.microsoft.com/office/drawing/2014/main" id="{786EDF65-75CF-01F7-3732-22A82666CD04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2518084" y="2009442"/>
                          <a:ext cx="392836" cy="21544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n-US" sz="800" smtClean="0"/>
                                <m:t>¬</m:t>
                              </m:r>
                              <m:r>
                                <a:rPr lang="en-US" sz="8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sz="800" b="1" baseline="-25000" dirty="0">
                              <a:latin typeface="Montserrat" pitchFamily="2" charset="77"/>
                            </a:rPr>
                            <a:t>3</a:t>
                          </a:r>
                          <a:endParaRPr lang="en-US" sz="800" b="1" dirty="0">
                            <a:latin typeface="Montserrat" pitchFamily="2" charset="77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30" name="TextBox 29">
                          <a:extLst>
                            <a:ext uri="{FF2B5EF4-FFF2-40B4-BE49-F238E27FC236}">
                              <a16:creationId xmlns:a16="http://schemas.microsoft.com/office/drawing/2014/main" id="{D13715C8-5F98-9E94-9624-1820C728378F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2518084" y="2009442"/>
                          <a:ext cx="392836" cy="215444"/>
                        </a:xfrm>
                        <a:prstGeom prst="rect">
                          <a:avLst/>
                        </a:prstGeom>
                        <a:blipFill>
                          <a:blip r:embed="rId14"/>
                          <a:stretch>
                            <a:fillRect b="-11765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</p:grpSp>
          </p:grpSp>
        </p:grpSp>
        <p:sp>
          <p:nvSpPr>
            <p:cNvPr id="1052" name="TextBox 1051">
              <a:extLst>
                <a:ext uri="{FF2B5EF4-FFF2-40B4-BE49-F238E27FC236}">
                  <a16:creationId xmlns:a16="http://schemas.microsoft.com/office/drawing/2014/main" id="{355D981F-1E80-23B3-E7FA-7DCDFCA43D1F}"/>
                </a:ext>
              </a:extLst>
            </p:cNvPr>
            <p:cNvSpPr txBox="1"/>
            <p:nvPr/>
          </p:nvSpPr>
          <p:spPr>
            <a:xfrm>
              <a:off x="656177" y="3046984"/>
              <a:ext cx="25220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latin typeface="Calibri" panose="020F0502020204030204" pitchFamily="34" charset="0"/>
                  <a:cs typeface="Calibri" panose="020F0502020204030204" pitchFamily="34" charset="0"/>
                </a:rPr>
                <a:t>c) </a:t>
              </a:r>
              <a:r>
                <a:rPr 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Bipartite Graph Representation of CNF Formula</a:t>
              </a:r>
            </a:p>
          </p:txBody>
        </p:sp>
      </p:grpSp>
      <p:cxnSp>
        <p:nvCxnSpPr>
          <p:cNvPr id="1081" name="Straight Arrow Connector 1080">
            <a:extLst>
              <a:ext uri="{FF2B5EF4-FFF2-40B4-BE49-F238E27FC236}">
                <a16:creationId xmlns:a16="http://schemas.microsoft.com/office/drawing/2014/main" id="{D2D52F97-A859-5C7B-F911-51D15DCA076C}"/>
              </a:ext>
            </a:extLst>
          </p:cNvPr>
          <p:cNvCxnSpPr>
            <a:cxnSpLocks/>
          </p:cNvCxnSpPr>
          <p:nvPr/>
        </p:nvCxnSpPr>
        <p:spPr>
          <a:xfrm>
            <a:off x="8120179" y="2752768"/>
            <a:ext cx="36960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69" name="Group 1468">
            <a:extLst>
              <a:ext uri="{FF2B5EF4-FFF2-40B4-BE49-F238E27FC236}">
                <a16:creationId xmlns:a16="http://schemas.microsoft.com/office/drawing/2014/main" id="{00AB260B-8DA0-6D82-51B9-41FAC31291AF}"/>
              </a:ext>
            </a:extLst>
          </p:cNvPr>
          <p:cNvGrpSpPr/>
          <p:nvPr/>
        </p:nvGrpSpPr>
        <p:grpSpPr>
          <a:xfrm>
            <a:off x="8442840" y="1904408"/>
            <a:ext cx="2194103" cy="2625196"/>
            <a:chOff x="5391447" y="1168669"/>
            <a:chExt cx="2194103" cy="2625196"/>
          </a:xfrm>
        </p:grpSpPr>
        <p:sp>
          <p:nvSpPr>
            <p:cNvPr id="1084" name="TextBox 1083">
              <a:extLst>
                <a:ext uri="{FF2B5EF4-FFF2-40B4-BE49-F238E27FC236}">
                  <a16:creationId xmlns:a16="http://schemas.microsoft.com/office/drawing/2014/main" id="{1413AE96-B51F-87EA-D05B-E58074D565F1}"/>
                </a:ext>
              </a:extLst>
            </p:cNvPr>
            <p:cNvSpPr txBox="1"/>
            <p:nvPr/>
          </p:nvSpPr>
          <p:spPr>
            <a:xfrm>
              <a:off x="5391447" y="3055201"/>
              <a:ext cx="21941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latin typeface="Calibri" panose="020F0502020204030204" pitchFamily="34" charset="0"/>
                  <a:cs typeface="Calibri" panose="020F0502020204030204" pitchFamily="34" charset="0"/>
                </a:rPr>
                <a:t>e) </a:t>
              </a:r>
              <a:r>
                <a:rPr 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Learned Variable Embeddings (sₜ)</a:t>
              </a:r>
            </a:p>
            <a:p>
              <a:pPr algn="ctr"/>
              <a:endParaRPr lang="en-US" sz="14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086" name="Group 1085">
              <a:extLst>
                <a:ext uri="{FF2B5EF4-FFF2-40B4-BE49-F238E27FC236}">
                  <a16:creationId xmlns:a16="http://schemas.microsoft.com/office/drawing/2014/main" id="{6662E61F-85B1-F353-B3CC-D7615CAC109C}"/>
                </a:ext>
              </a:extLst>
            </p:cNvPr>
            <p:cNvGrpSpPr/>
            <p:nvPr/>
          </p:nvGrpSpPr>
          <p:grpSpPr>
            <a:xfrm>
              <a:off x="5598749" y="1168669"/>
              <a:ext cx="1752277" cy="1721475"/>
              <a:chOff x="4594541" y="1165091"/>
              <a:chExt cx="1752277" cy="1721475"/>
            </a:xfrm>
          </p:grpSpPr>
          <p:sp>
            <p:nvSpPr>
              <p:cNvPr id="1085" name="Rectangle 1084">
                <a:extLst>
                  <a:ext uri="{FF2B5EF4-FFF2-40B4-BE49-F238E27FC236}">
                    <a16:creationId xmlns:a16="http://schemas.microsoft.com/office/drawing/2014/main" id="{1F6EABCF-A51E-C407-2621-41FEE0EF2639}"/>
                  </a:ext>
                </a:extLst>
              </p:cNvPr>
              <p:cNvSpPr/>
              <p:nvPr/>
            </p:nvSpPr>
            <p:spPr>
              <a:xfrm>
                <a:off x="4594541" y="1165091"/>
                <a:ext cx="1752277" cy="172147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F0F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083" name="Group 1082">
                <a:extLst>
                  <a:ext uri="{FF2B5EF4-FFF2-40B4-BE49-F238E27FC236}">
                    <a16:creationId xmlns:a16="http://schemas.microsoft.com/office/drawing/2014/main" id="{3AB6ABB4-E375-0D8F-6DAA-C2E8EA29BA0B}"/>
                  </a:ext>
                </a:extLst>
              </p:cNvPr>
              <p:cNvGrpSpPr/>
              <p:nvPr/>
            </p:nvGrpSpPr>
            <p:grpSpPr>
              <a:xfrm>
                <a:off x="4788641" y="1406768"/>
                <a:ext cx="1364076" cy="1196296"/>
                <a:chOff x="4577334" y="1408402"/>
                <a:chExt cx="1364076" cy="1196296"/>
              </a:xfrm>
            </p:grpSpPr>
            <p:sp>
              <p:nvSpPr>
                <p:cNvPr id="1055" name="Rounded Rectangle 1054">
                  <a:extLst>
                    <a:ext uri="{FF2B5EF4-FFF2-40B4-BE49-F238E27FC236}">
                      <a16:creationId xmlns:a16="http://schemas.microsoft.com/office/drawing/2014/main" id="{C30025F0-7E88-DDB4-3062-00CA2CD246A8}"/>
                    </a:ext>
                  </a:extLst>
                </p:cNvPr>
                <p:cNvSpPr/>
                <p:nvPr/>
              </p:nvSpPr>
              <p:spPr>
                <a:xfrm>
                  <a:off x="4586942" y="1411998"/>
                  <a:ext cx="1348908" cy="1190139"/>
                </a:xfrm>
                <a:prstGeom prst="roundRect">
                  <a:avLst/>
                </a:prstGeom>
                <a:solidFill>
                  <a:srgbClr val="DAD8D8"/>
                </a:solidFill>
                <a:ln w="38100">
                  <a:solidFill>
                    <a:srgbClr val="857A7B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1082" name="Group 1081">
                  <a:extLst>
                    <a:ext uri="{FF2B5EF4-FFF2-40B4-BE49-F238E27FC236}">
                      <a16:creationId xmlns:a16="http://schemas.microsoft.com/office/drawing/2014/main" id="{D362600D-672B-23B1-D488-10DA8C1D5DCA}"/>
                    </a:ext>
                  </a:extLst>
                </p:cNvPr>
                <p:cNvGrpSpPr/>
                <p:nvPr/>
              </p:nvGrpSpPr>
              <p:grpSpPr>
                <a:xfrm>
                  <a:off x="4577334" y="1408402"/>
                  <a:ext cx="1364076" cy="1196296"/>
                  <a:chOff x="4577334" y="1408402"/>
                  <a:chExt cx="1364076" cy="1196296"/>
                </a:xfrm>
              </p:grpSpPr>
              <p:grpSp>
                <p:nvGrpSpPr>
                  <p:cNvPr id="1071" name="Group 1070">
                    <a:extLst>
                      <a:ext uri="{FF2B5EF4-FFF2-40B4-BE49-F238E27FC236}">
                        <a16:creationId xmlns:a16="http://schemas.microsoft.com/office/drawing/2014/main" id="{CBBC2815-63B2-A7D3-18BA-B93F028EF8B9}"/>
                      </a:ext>
                    </a:extLst>
                  </p:cNvPr>
                  <p:cNvGrpSpPr/>
                  <p:nvPr/>
                </p:nvGrpSpPr>
                <p:grpSpPr>
                  <a:xfrm>
                    <a:off x="4726414" y="1408402"/>
                    <a:ext cx="1075694" cy="1196296"/>
                    <a:chOff x="4720838" y="1408402"/>
                    <a:chExt cx="1075694" cy="1196296"/>
                  </a:xfrm>
                </p:grpSpPr>
                <p:grpSp>
                  <p:nvGrpSpPr>
                    <p:cNvPr id="1069" name="Group 1068">
                      <a:extLst>
                        <a:ext uri="{FF2B5EF4-FFF2-40B4-BE49-F238E27FC236}">
                          <a16:creationId xmlns:a16="http://schemas.microsoft.com/office/drawing/2014/main" id="{7E9ABCB6-2C2F-AFB8-CABE-BDC56073330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20838" y="1408402"/>
                      <a:ext cx="923294" cy="1196296"/>
                      <a:chOff x="4804475" y="1408402"/>
                      <a:chExt cx="923294" cy="1196296"/>
                    </a:xfrm>
                  </p:grpSpPr>
                  <p:cxnSp>
                    <p:nvCxnSpPr>
                      <p:cNvPr id="1057" name="Straight Connector 1056">
                        <a:extLst>
                          <a:ext uri="{FF2B5EF4-FFF2-40B4-BE49-F238E27FC236}">
                            <a16:creationId xmlns:a16="http://schemas.microsoft.com/office/drawing/2014/main" id="{7B1EF979-3B90-6B42-C453-B29B030EAD0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804475" y="1410351"/>
                        <a:ext cx="0" cy="1191786"/>
                      </a:xfrm>
                      <a:prstGeom prst="line">
                        <a:avLst/>
                      </a:prstGeom>
                      <a:ln w="38100">
                        <a:solidFill>
                          <a:srgbClr val="857A7B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60" name="Straight Connector 1059">
                        <a:extLst>
                          <a:ext uri="{FF2B5EF4-FFF2-40B4-BE49-F238E27FC236}">
                            <a16:creationId xmlns:a16="http://schemas.microsoft.com/office/drawing/2014/main" id="{6635E587-25B8-AD9E-405C-E9A61D33EB7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962451" y="1408402"/>
                        <a:ext cx="0" cy="1191786"/>
                      </a:xfrm>
                      <a:prstGeom prst="line">
                        <a:avLst/>
                      </a:prstGeom>
                      <a:ln w="38100">
                        <a:solidFill>
                          <a:srgbClr val="857A7B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61" name="Straight Connector 1060">
                        <a:extLst>
                          <a:ext uri="{FF2B5EF4-FFF2-40B4-BE49-F238E27FC236}">
                            <a16:creationId xmlns:a16="http://schemas.microsoft.com/office/drawing/2014/main" id="{78547B02-2F59-DFE6-3918-7C9FBADCE961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5114851" y="1412912"/>
                        <a:ext cx="0" cy="1191786"/>
                      </a:xfrm>
                      <a:prstGeom prst="line">
                        <a:avLst/>
                      </a:prstGeom>
                      <a:ln w="38100">
                        <a:solidFill>
                          <a:srgbClr val="857A7B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62" name="Straight Connector 1061">
                        <a:extLst>
                          <a:ext uri="{FF2B5EF4-FFF2-40B4-BE49-F238E27FC236}">
                            <a16:creationId xmlns:a16="http://schemas.microsoft.com/office/drawing/2014/main" id="{AAB60066-2EC9-E5A1-59D8-DD6D76ECDCD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5264994" y="1408402"/>
                        <a:ext cx="0" cy="1191786"/>
                      </a:xfrm>
                      <a:prstGeom prst="line">
                        <a:avLst/>
                      </a:prstGeom>
                      <a:ln w="38100">
                        <a:solidFill>
                          <a:srgbClr val="857A7B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63" name="Straight Connector 1062">
                        <a:extLst>
                          <a:ext uri="{FF2B5EF4-FFF2-40B4-BE49-F238E27FC236}">
                            <a16:creationId xmlns:a16="http://schemas.microsoft.com/office/drawing/2014/main" id="{F825EC3A-8E1A-6B54-2AF5-EA5883D96601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5417394" y="1408402"/>
                        <a:ext cx="0" cy="1191786"/>
                      </a:xfrm>
                      <a:prstGeom prst="line">
                        <a:avLst/>
                      </a:prstGeom>
                      <a:ln w="38100">
                        <a:solidFill>
                          <a:srgbClr val="857A7B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64" name="Straight Connector 1063">
                        <a:extLst>
                          <a:ext uri="{FF2B5EF4-FFF2-40B4-BE49-F238E27FC236}">
                            <a16:creationId xmlns:a16="http://schemas.microsoft.com/office/drawing/2014/main" id="{6B63CD0D-7A50-5B0F-89A5-AF0FCE36E1D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5569794" y="1408402"/>
                        <a:ext cx="0" cy="1191786"/>
                      </a:xfrm>
                      <a:prstGeom prst="line">
                        <a:avLst/>
                      </a:prstGeom>
                      <a:ln w="38100">
                        <a:solidFill>
                          <a:srgbClr val="857A7B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65" name="Straight Connector 1064">
                        <a:extLst>
                          <a:ext uri="{FF2B5EF4-FFF2-40B4-BE49-F238E27FC236}">
                            <a16:creationId xmlns:a16="http://schemas.microsoft.com/office/drawing/2014/main" id="{B336601B-9E7D-C75F-3183-010ABD4C3143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5727769" y="1410874"/>
                        <a:ext cx="0" cy="1191786"/>
                      </a:xfrm>
                      <a:prstGeom prst="line">
                        <a:avLst/>
                      </a:prstGeom>
                      <a:ln w="38100">
                        <a:solidFill>
                          <a:srgbClr val="857A7B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1070" name="Straight Connector 1069">
                      <a:extLst>
                        <a:ext uri="{FF2B5EF4-FFF2-40B4-BE49-F238E27FC236}">
                          <a16:creationId xmlns:a16="http://schemas.microsoft.com/office/drawing/2014/main" id="{A6A72D2D-ADB5-B18C-7B11-5EC17D21541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796532" y="1412727"/>
                      <a:ext cx="0" cy="1191786"/>
                    </a:xfrm>
                    <a:prstGeom prst="line">
                      <a:avLst/>
                    </a:prstGeom>
                    <a:ln w="38100">
                      <a:solidFill>
                        <a:srgbClr val="857A7B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072" name="Straight Connector 1071">
                    <a:extLst>
                      <a:ext uri="{FF2B5EF4-FFF2-40B4-BE49-F238E27FC236}">
                        <a16:creationId xmlns:a16="http://schemas.microsoft.com/office/drawing/2014/main" id="{F1FD474C-5C19-0853-ACE5-5FAFC6E8060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82918" y="1566985"/>
                    <a:ext cx="1352932" cy="0"/>
                  </a:xfrm>
                  <a:prstGeom prst="line">
                    <a:avLst/>
                  </a:prstGeom>
                  <a:ln w="38100">
                    <a:solidFill>
                      <a:srgbClr val="857A7B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75" name="Straight Connector 1074">
                    <a:extLst>
                      <a:ext uri="{FF2B5EF4-FFF2-40B4-BE49-F238E27FC236}">
                        <a16:creationId xmlns:a16="http://schemas.microsoft.com/office/drawing/2014/main" id="{F8F7FD8F-5F8A-E4E9-5BDB-BCC590C5796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84774" y="1719385"/>
                    <a:ext cx="1352932" cy="0"/>
                  </a:xfrm>
                  <a:prstGeom prst="line">
                    <a:avLst/>
                  </a:prstGeom>
                  <a:ln w="38100">
                    <a:solidFill>
                      <a:srgbClr val="857A7B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76" name="Straight Connector 1075">
                    <a:extLst>
                      <a:ext uri="{FF2B5EF4-FFF2-40B4-BE49-F238E27FC236}">
                        <a16:creationId xmlns:a16="http://schemas.microsoft.com/office/drawing/2014/main" id="{01F7E580-5B40-F432-C2A6-28352085847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81054" y="1871785"/>
                    <a:ext cx="1352932" cy="0"/>
                  </a:xfrm>
                  <a:prstGeom prst="line">
                    <a:avLst/>
                  </a:prstGeom>
                  <a:ln w="38100">
                    <a:solidFill>
                      <a:srgbClr val="857A7B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77" name="Straight Connector 1076">
                    <a:extLst>
                      <a:ext uri="{FF2B5EF4-FFF2-40B4-BE49-F238E27FC236}">
                        <a16:creationId xmlns:a16="http://schemas.microsoft.com/office/drawing/2014/main" id="{0B7480C7-C5C7-F406-BF68-D7CCE387E66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77334" y="2024185"/>
                    <a:ext cx="1352932" cy="0"/>
                  </a:xfrm>
                  <a:prstGeom prst="line">
                    <a:avLst/>
                  </a:prstGeom>
                  <a:ln w="38100">
                    <a:solidFill>
                      <a:srgbClr val="857A7B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78" name="Straight Connector 1077">
                    <a:extLst>
                      <a:ext uri="{FF2B5EF4-FFF2-40B4-BE49-F238E27FC236}">
                        <a16:creationId xmlns:a16="http://schemas.microsoft.com/office/drawing/2014/main" id="{9796149A-8F27-D4B3-D3CF-40DFF78EF65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84766" y="2176585"/>
                    <a:ext cx="1352932" cy="0"/>
                  </a:xfrm>
                  <a:prstGeom prst="line">
                    <a:avLst/>
                  </a:prstGeom>
                  <a:ln w="38100">
                    <a:solidFill>
                      <a:srgbClr val="857A7B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79" name="Straight Connector 1078">
                    <a:extLst>
                      <a:ext uri="{FF2B5EF4-FFF2-40B4-BE49-F238E27FC236}">
                        <a16:creationId xmlns:a16="http://schemas.microsoft.com/office/drawing/2014/main" id="{62FFCF82-F3D5-A3C3-5664-79A7B9E4002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81048" y="2328985"/>
                    <a:ext cx="1352932" cy="0"/>
                  </a:xfrm>
                  <a:prstGeom prst="line">
                    <a:avLst/>
                  </a:prstGeom>
                  <a:ln w="38100">
                    <a:solidFill>
                      <a:srgbClr val="857A7B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0" name="Straight Connector 1079">
                    <a:extLst>
                      <a:ext uri="{FF2B5EF4-FFF2-40B4-BE49-F238E27FC236}">
                        <a16:creationId xmlns:a16="http://schemas.microsoft.com/office/drawing/2014/main" id="{CFEE2808-7313-AF00-8C43-37EEDCEB86F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88478" y="2481385"/>
                    <a:ext cx="1352932" cy="0"/>
                  </a:xfrm>
                  <a:prstGeom prst="line">
                    <a:avLst/>
                  </a:prstGeom>
                  <a:ln w="38100">
                    <a:solidFill>
                      <a:srgbClr val="857A7B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</p:grpSp>
      <p:grpSp>
        <p:nvGrpSpPr>
          <p:cNvPr id="1470" name="Group 1469">
            <a:extLst>
              <a:ext uri="{FF2B5EF4-FFF2-40B4-BE49-F238E27FC236}">
                <a16:creationId xmlns:a16="http://schemas.microsoft.com/office/drawing/2014/main" id="{3CB75A9E-3FB4-E652-B86A-C21C586FDE0C}"/>
              </a:ext>
            </a:extLst>
          </p:cNvPr>
          <p:cNvGrpSpPr/>
          <p:nvPr/>
        </p:nvGrpSpPr>
        <p:grpSpPr>
          <a:xfrm>
            <a:off x="6153614" y="1985748"/>
            <a:ext cx="2217418" cy="2117840"/>
            <a:chOff x="3102221" y="1250009"/>
            <a:chExt cx="2217418" cy="2117840"/>
          </a:xfrm>
        </p:grpSpPr>
        <p:sp>
          <p:nvSpPr>
            <p:cNvPr id="1053" name="TextBox 1052">
              <a:extLst>
                <a:ext uri="{FF2B5EF4-FFF2-40B4-BE49-F238E27FC236}">
                  <a16:creationId xmlns:a16="http://schemas.microsoft.com/office/drawing/2014/main" id="{50E6B6D1-94F2-74F1-0192-564599DD9F0F}"/>
                </a:ext>
              </a:extLst>
            </p:cNvPr>
            <p:cNvSpPr txBox="1"/>
            <p:nvPr/>
          </p:nvSpPr>
          <p:spPr>
            <a:xfrm>
              <a:off x="3195262" y="3060072"/>
              <a:ext cx="21243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latin typeface="Calibri" panose="020F0502020204030204" pitchFamily="34" charset="0"/>
                  <a:cs typeface="Calibri" panose="020F0502020204030204" pitchFamily="34" charset="0"/>
                </a:rPr>
                <a:t>d) </a:t>
              </a:r>
              <a:r>
                <a:rPr 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GNN Feature Encoder </a:t>
              </a:r>
            </a:p>
          </p:txBody>
        </p:sp>
        <p:grpSp>
          <p:nvGrpSpPr>
            <p:cNvPr id="1227" name="Group 1226">
              <a:extLst>
                <a:ext uri="{FF2B5EF4-FFF2-40B4-BE49-F238E27FC236}">
                  <a16:creationId xmlns:a16="http://schemas.microsoft.com/office/drawing/2014/main" id="{C5B222E2-A96B-90AA-EC9A-0CEEEE35D552}"/>
                </a:ext>
              </a:extLst>
            </p:cNvPr>
            <p:cNvGrpSpPr/>
            <p:nvPr/>
          </p:nvGrpSpPr>
          <p:grpSpPr>
            <a:xfrm>
              <a:off x="3102221" y="1250009"/>
              <a:ext cx="2071516" cy="1390704"/>
              <a:chOff x="3492172" y="3829641"/>
              <a:chExt cx="2071516" cy="1390704"/>
            </a:xfrm>
          </p:grpSpPr>
          <p:grpSp>
            <p:nvGrpSpPr>
              <p:cNvPr id="1216" name="Group 1215">
                <a:extLst>
                  <a:ext uri="{FF2B5EF4-FFF2-40B4-BE49-F238E27FC236}">
                    <a16:creationId xmlns:a16="http://schemas.microsoft.com/office/drawing/2014/main" id="{E1A3077D-7F9B-5696-86F4-EBEC4D620132}"/>
                  </a:ext>
                </a:extLst>
              </p:cNvPr>
              <p:cNvGrpSpPr/>
              <p:nvPr/>
            </p:nvGrpSpPr>
            <p:grpSpPr>
              <a:xfrm>
                <a:off x="3492172" y="3829641"/>
                <a:ext cx="1447976" cy="694525"/>
                <a:chOff x="6711297" y="3874404"/>
                <a:chExt cx="1447976" cy="694525"/>
              </a:xfrm>
            </p:grpSpPr>
            <p:sp>
              <p:nvSpPr>
                <p:cNvPr id="1217" name="Parallelogram 1216">
                  <a:extLst>
                    <a:ext uri="{FF2B5EF4-FFF2-40B4-BE49-F238E27FC236}">
                      <a16:creationId xmlns:a16="http://schemas.microsoft.com/office/drawing/2014/main" id="{8C62FC28-00DA-2039-7CF8-71B6924F6890}"/>
                    </a:ext>
                  </a:extLst>
                </p:cNvPr>
                <p:cNvSpPr/>
                <p:nvPr/>
              </p:nvSpPr>
              <p:spPr>
                <a:xfrm rot="19655225">
                  <a:off x="6711297" y="3909725"/>
                  <a:ext cx="1447976" cy="642093"/>
                </a:xfrm>
                <a:prstGeom prst="parallelogram">
                  <a:avLst>
                    <a:gd name="adj" fmla="val 55125"/>
                  </a:avLst>
                </a:prstGeom>
                <a:solidFill>
                  <a:schemeClr val="bg1"/>
                </a:solidFill>
                <a:ln w="38100">
                  <a:solidFill>
                    <a:srgbClr val="857A7B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1218" name="Straight Connector 1217">
                  <a:extLst>
                    <a:ext uri="{FF2B5EF4-FFF2-40B4-BE49-F238E27FC236}">
                      <a16:creationId xmlns:a16="http://schemas.microsoft.com/office/drawing/2014/main" id="{D60DAC1B-C043-58B8-539F-580E81B450E3}"/>
                    </a:ext>
                  </a:extLst>
                </p:cNvPr>
                <p:cNvCxnSpPr>
                  <a:cxnSpLocks/>
                  <a:endCxn id="1225" idx="2"/>
                </p:cNvCxnSpPr>
                <p:nvPr/>
              </p:nvCxnSpPr>
              <p:spPr>
                <a:xfrm>
                  <a:off x="7159101" y="4131631"/>
                  <a:ext cx="167028" cy="57165"/>
                </a:xfrm>
                <a:prstGeom prst="line">
                  <a:avLst/>
                </a:prstGeom>
                <a:ln>
                  <a:solidFill>
                    <a:srgbClr val="979797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19" name="Straight Connector 1218">
                  <a:extLst>
                    <a:ext uri="{FF2B5EF4-FFF2-40B4-BE49-F238E27FC236}">
                      <a16:creationId xmlns:a16="http://schemas.microsoft.com/office/drawing/2014/main" id="{20D1B165-0A15-CFF0-FA19-C1DE7145F0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117828" y="4156259"/>
                  <a:ext cx="0" cy="324361"/>
                </a:xfrm>
                <a:prstGeom prst="line">
                  <a:avLst/>
                </a:prstGeom>
                <a:ln>
                  <a:solidFill>
                    <a:srgbClr val="979797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20" name="Straight Connector 1219">
                  <a:extLst>
                    <a:ext uri="{FF2B5EF4-FFF2-40B4-BE49-F238E27FC236}">
                      <a16:creationId xmlns:a16="http://schemas.microsoft.com/office/drawing/2014/main" id="{8F316420-F165-3311-2169-E785062BEA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153539" y="4145523"/>
                  <a:ext cx="101627" cy="129949"/>
                </a:xfrm>
                <a:prstGeom prst="line">
                  <a:avLst/>
                </a:prstGeom>
                <a:ln>
                  <a:solidFill>
                    <a:srgbClr val="979797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21" name="Straight Connector 1220">
                  <a:extLst>
                    <a:ext uri="{FF2B5EF4-FFF2-40B4-BE49-F238E27FC236}">
                      <a16:creationId xmlns:a16="http://schemas.microsoft.com/office/drawing/2014/main" id="{4227424F-9A76-979E-BF9F-DD091CD6A5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355090" y="3922825"/>
                  <a:ext cx="0" cy="226925"/>
                </a:xfrm>
                <a:prstGeom prst="line">
                  <a:avLst/>
                </a:prstGeom>
                <a:ln>
                  <a:solidFill>
                    <a:srgbClr val="979797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22" name="Straight Connector 1221">
                  <a:extLst>
                    <a:ext uri="{FF2B5EF4-FFF2-40B4-BE49-F238E27FC236}">
                      <a16:creationId xmlns:a16="http://schemas.microsoft.com/office/drawing/2014/main" id="{3A6FAC5B-183B-C1F4-4F51-283C2749E1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28479" y="3874404"/>
                  <a:ext cx="252541" cy="57946"/>
                </a:xfrm>
                <a:prstGeom prst="line">
                  <a:avLst/>
                </a:prstGeom>
                <a:ln>
                  <a:solidFill>
                    <a:srgbClr val="979797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23" name="Oval 1222">
                  <a:extLst>
                    <a:ext uri="{FF2B5EF4-FFF2-40B4-BE49-F238E27FC236}">
                      <a16:creationId xmlns:a16="http://schemas.microsoft.com/office/drawing/2014/main" id="{ABC0B8B7-37D6-7EC7-8D6D-6190B72C6129}"/>
                    </a:ext>
                  </a:extLst>
                </p:cNvPr>
                <p:cNvSpPr/>
                <p:nvPr/>
              </p:nvSpPr>
              <p:spPr>
                <a:xfrm>
                  <a:off x="7076318" y="4076146"/>
                  <a:ext cx="91453" cy="88309"/>
                </a:xfrm>
                <a:prstGeom prst="ellipse">
                  <a:avLst/>
                </a:prstGeom>
                <a:solidFill>
                  <a:srgbClr val="857A7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24" name="Oval 1223">
                  <a:extLst>
                    <a:ext uri="{FF2B5EF4-FFF2-40B4-BE49-F238E27FC236}">
                      <a16:creationId xmlns:a16="http://schemas.microsoft.com/office/drawing/2014/main" id="{0F9778E1-AEC4-A14E-4446-B413317ADB9F}"/>
                    </a:ext>
                  </a:extLst>
                </p:cNvPr>
                <p:cNvSpPr/>
                <p:nvPr/>
              </p:nvSpPr>
              <p:spPr>
                <a:xfrm>
                  <a:off x="7651752" y="3909892"/>
                  <a:ext cx="91453" cy="88309"/>
                </a:xfrm>
                <a:prstGeom prst="ellipse">
                  <a:avLst/>
                </a:prstGeom>
                <a:solidFill>
                  <a:srgbClr val="857A7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25" name="Oval 1224">
                  <a:extLst>
                    <a:ext uri="{FF2B5EF4-FFF2-40B4-BE49-F238E27FC236}">
                      <a16:creationId xmlns:a16="http://schemas.microsoft.com/office/drawing/2014/main" id="{D98BE0CA-9B97-6522-96CD-EECCADCBBCB3}"/>
                    </a:ext>
                  </a:extLst>
                </p:cNvPr>
                <p:cNvSpPr/>
                <p:nvPr/>
              </p:nvSpPr>
              <p:spPr>
                <a:xfrm>
                  <a:off x="7326129" y="4144641"/>
                  <a:ext cx="91453" cy="88309"/>
                </a:xfrm>
                <a:prstGeom prst="ellipse">
                  <a:avLst/>
                </a:prstGeom>
                <a:solidFill>
                  <a:srgbClr val="857A7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26" name="Oval 1225">
                  <a:extLst>
                    <a:ext uri="{FF2B5EF4-FFF2-40B4-BE49-F238E27FC236}">
                      <a16:creationId xmlns:a16="http://schemas.microsoft.com/office/drawing/2014/main" id="{7EE835A5-9ED7-B71E-B9B6-9B6B1376FE1C}"/>
                    </a:ext>
                  </a:extLst>
                </p:cNvPr>
                <p:cNvSpPr/>
                <p:nvPr/>
              </p:nvSpPr>
              <p:spPr>
                <a:xfrm>
                  <a:off x="7072102" y="4480620"/>
                  <a:ext cx="91453" cy="88309"/>
                </a:xfrm>
                <a:prstGeom prst="ellipse">
                  <a:avLst/>
                </a:prstGeom>
                <a:solidFill>
                  <a:srgbClr val="857A7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1205" name="Group 1204">
                <a:extLst>
                  <a:ext uri="{FF2B5EF4-FFF2-40B4-BE49-F238E27FC236}">
                    <a16:creationId xmlns:a16="http://schemas.microsoft.com/office/drawing/2014/main" id="{7D6048F0-9B98-E76D-C1C9-E6373209C2B8}"/>
                  </a:ext>
                </a:extLst>
              </p:cNvPr>
              <p:cNvGrpSpPr/>
              <p:nvPr/>
            </p:nvGrpSpPr>
            <p:grpSpPr>
              <a:xfrm>
                <a:off x="3633611" y="3977633"/>
                <a:ext cx="1447976" cy="694525"/>
                <a:chOff x="6711297" y="3874404"/>
                <a:chExt cx="1447976" cy="694525"/>
              </a:xfrm>
            </p:grpSpPr>
            <p:sp>
              <p:nvSpPr>
                <p:cNvPr id="1206" name="Parallelogram 1205">
                  <a:extLst>
                    <a:ext uri="{FF2B5EF4-FFF2-40B4-BE49-F238E27FC236}">
                      <a16:creationId xmlns:a16="http://schemas.microsoft.com/office/drawing/2014/main" id="{A0D50F74-0BBA-B45A-8005-448453626189}"/>
                    </a:ext>
                  </a:extLst>
                </p:cNvPr>
                <p:cNvSpPr/>
                <p:nvPr/>
              </p:nvSpPr>
              <p:spPr>
                <a:xfrm rot="19655225">
                  <a:off x="6711297" y="3909725"/>
                  <a:ext cx="1447976" cy="642093"/>
                </a:xfrm>
                <a:prstGeom prst="parallelogram">
                  <a:avLst>
                    <a:gd name="adj" fmla="val 55125"/>
                  </a:avLst>
                </a:prstGeom>
                <a:solidFill>
                  <a:schemeClr val="bg1"/>
                </a:solidFill>
                <a:ln w="38100">
                  <a:solidFill>
                    <a:srgbClr val="857A7B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1207" name="Straight Connector 1206">
                  <a:extLst>
                    <a:ext uri="{FF2B5EF4-FFF2-40B4-BE49-F238E27FC236}">
                      <a16:creationId xmlns:a16="http://schemas.microsoft.com/office/drawing/2014/main" id="{FA19E3F0-488D-6DAD-62B6-084BE784F617}"/>
                    </a:ext>
                  </a:extLst>
                </p:cNvPr>
                <p:cNvCxnSpPr>
                  <a:cxnSpLocks/>
                  <a:endCxn id="1214" idx="2"/>
                </p:cNvCxnSpPr>
                <p:nvPr/>
              </p:nvCxnSpPr>
              <p:spPr>
                <a:xfrm>
                  <a:off x="7159101" y="4131631"/>
                  <a:ext cx="167028" cy="57165"/>
                </a:xfrm>
                <a:prstGeom prst="line">
                  <a:avLst/>
                </a:prstGeom>
                <a:ln>
                  <a:solidFill>
                    <a:srgbClr val="979797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08" name="Straight Connector 1207">
                  <a:extLst>
                    <a:ext uri="{FF2B5EF4-FFF2-40B4-BE49-F238E27FC236}">
                      <a16:creationId xmlns:a16="http://schemas.microsoft.com/office/drawing/2014/main" id="{75EEFC76-CE8C-D935-7963-D6D73F458A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117828" y="4156259"/>
                  <a:ext cx="0" cy="324361"/>
                </a:xfrm>
                <a:prstGeom prst="line">
                  <a:avLst/>
                </a:prstGeom>
                <a:ln>
                  <a:solidFill>
                    <a:srgbClr val="979797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09" name="Straight Connector 1208">
                  <a:extLst>
                    <a:ext uri="{FF2B5EF4-FFF2-40B4-BE49-F238E27FC236}">
                      <a16:creationId xmlns:a16="http://schemas.microsoft.com/office/drawing/2014/main" id="{A2C1886F-1860-8FD7-AB7C-51CC9DB635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153539" y="4145523"/>
                  <a:ext cx="101627" cy="129949"/>
                </a:xfrm>
                <a:prstGeom prst="line">
                  <a:avLst/>
                </a:prstGeom>
                <a:ln>
                  <a:solidFill>
                    <a:srgbClr val="979797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10" name="Straight Connector 1209">
                  <a:extLst>
                    <a:ext uri="{FF2B5EF4-FFF2-40B4-BE49-F238E27FC236}">
                      <a16:creationId xmlns:a16="http://schemas.microsoft.com/office/drawing/2014/main" id="{AA9846A7-86C5-C9F0-2DCE-5CAE06983A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355090" y="3922825"/>
                  <a:ext cx="0" cy="226925"/>
                </a:xfrm>
                <a:prstGeom prst="line">
                  <a:avLst/>
                </a:prstGeom>
                <a:ln>
                  <a:solidFill>
                    <a:srgbClr val="979797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11" name="Straight Connector 1210">
                  <a:extLst>
                    <a:ext uri="{FF2B5EF4-FFF2-40B4-BE49-F238E27FC236}">
                      <a16:creationId xmlns:a16="http://schemas.microsoft.com/office/drawing/2014/main" id="{D001103C-9760-BA52-B129-6F644EFD16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28479" y="3874404"/>
                  <a:ext cx="252541" cy="57946"/>
                </a:xfrm>
                <a:prstGeom prst="line">
                  <a:avLst/>
                </a:prstGeom>
                <a:ln>
                  <a:solidFill>
                    <a:srgbClr val="979797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12" name="Oval 1211">
                  <a:extLst>
                    <a:ext uri="{FF2B5EF4-FFF2-40B4-BE49-F238E27FC236}">
                      <a16:creationId xmlns:a16="http://schemas.microsoft.com/office/drawing/2014/main" id="{FB96FE02-0293-D8CD-9A6F-186A3ABB0388}"/>
                    </a:ext>
                  </a:extLst>
                </p:cNvPr>
                <p:cNvSpPr/>
                <p:nvPr/>
              </p:nvSpPr>
              <p:spPr>
                <a:xfrm>
                  <a:off x="7076318" y="4076146"/>
                  <a:ext cx="91453" cy="88309"/>
                </a:xfrm>
                <a:prstGeom prst="ellipse">
                  <a:avLst/>
                </a:prstGeom>
                <a:solidFill>
                  <a:srgbClr val="857A7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13" name="Oval 1212">
                  <a:extLst>
                    <a:ext uri="{FF2B5EF4-FFF2-40B4-BE49-F238E27FC236}">
                      <a16:creationId xmlns:a16="http://schemas.microsoft.com/office/drawing/2014/main" id="{99F361FF-4D6C-29EF-6767-B2783F81129E}"/>
                    </a:ext>
                  </a:extLst>
                </p:cNvPr>
                <p:cNvSpPr/>
                <p:nvPr/>
              </p:nvSpPr>
              <p:spPr>
                <a:xfrm>
                  <a:off x="7651752" y="3909892"/>
                  <a:ext cx="91453" cy="88309"/>
                </a:xfrm>
                <a:prstGeom prst="ellipse">
                  <a:avLst/>
                </a:prstGeom>
                <a:solidFill>
                  <a:srgbClr val="857A7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14" name="Oval 1213">
                  <a:extLst>
                    <a:ext uri="{FF2B5EF4-FFF2-40B4-BE49-F238E27FC236}">
                      <a16:creationId xmlns:a16="http://schemas.microsoft.com/office/drawing/2014/main" id="{6187FB89-D652-C6E5-1434-8A82E1607DA3}"/>
                    </a:ext>
                  </a:extLst>
                </p:cNvPr>
                <p:cNvSpPr/>
                <p:nvPr/>
              </p:nvSpPr>
              <p:spPr>
                <a:xfrm>
                  <a:off x="7326129" y="4144641"/>
                  <a:ext cx="91453" cy="88309"/>
                </a:xfrm>
                <a:prstGeom prst="ellipse">
                  <a:avLst/>
                </a:prstGeom>
                <a:solidFill>
                  <a:srgbClr val="857A7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15" name="Oval 1214">
                  <a:extLst>
                    <a:ext uri="{FF2B5EF4-FFF2-40B4-BE49-F238E27FC236}">
                      <a16:creationId xmlns:a16="http://schemas.microsoft.com/office/drawing/2014/main" id="{701F4C6B-2443-B682-8392-FE86B8CF1919}"/>
                    </a:ext>
                  </a:extLst>
                </p:cNvPr>
                <p:cNvSpPr/>
                <p:nvPr/>
              </p:nvSpPr>
              <p:spPr>
                <a:xfrm>
                  <a:off x="7072102" y="4480620"/>
                  <a:ext cx="91453" cy="88309"/>
                </a:xfrm>
                <a:prstGeom prst="ellipse">
                  <a:avLst/>
                </a:prstGeom>
                <a:solidFill>
                  <a:srgbClr val="857A7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1204" name="Group 1203">
                <a:extLst>
                  <a:ext uri="{FF2B5EF4-FFF2-40B4-BE49-F238E27FC236}">
                    <a16:creationId xmlns:a16="http://schemas.microsoft.com/office/drawing/2014/main" id="{42127DE0-8FAC-4FEA-A6B4-9757DF1EEF36}"/>
                  </a:ext>
                </a:extLst>
              </p:cNvPr>
              <p:cNvGrpSpPr/>
              <p:nvPr/>
            </p:nvGrpSpPr>
            <p:grpSpPr>
              <a:xfrm>
                <a:off x="3770146" y="4153100"/>
                <a:ext cx="1447976" cy="694525"/>
                <a:chOff x="6711297" y="3874404"/>
                <a:chExt cx="1447976" cy="694525"/>
              </a:xfrm>
            </p:grpSpPr>
            <p:sp>
              <p:nvSpPr>
                <p:cNvPr id="1192" name="Parallelogram 1191">
                  <a:extLst>
                    <a:ext uri="{FF2B5EF4-FFF2-40B4-BE49-F238E27FC236}">
                      <a16:creationId xmlns:a16="http://schemas.microsoft.com/office/drawing/2014/main" id="{C21D4922-7AA5-8757-4BB9-73E19BF877F9}"/>
                    </a:ext>
                  </a:extLst>
                </p:cNvPr>
                <p:cNvSpPr/>
                <p:nvPr/>
              </p:nvSpPr>
              <p:spPr>
                <a:xfrm rot="19655225">
                  <a:off x="6711297" y="3909725"/>
                  <a:ext cx="1447976" cy="642093"/>
                </a:xfrm>
                <a:prstGeom prst="parallelogram">
                  <a:avLst>
                    <a:gd name="adj" fmla="val 55125"/>
                  </a:avLst>
                </a:prstGeom>
                <a:solidFill>
                  <a:schemeClr val="bg1"/>
                </a:solidFill>
                <a:ln w="38100">
                  <a:solidFill>
                    <a:srgbClr val="857A7B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1193" name="Straight Connector 1192">
                  <a:extLst>
                    <a:ext uri="{FF2B5EF4-FFF2-40B4-BE49-F238E27FC236}">
                      <a16:creationId xmlns:a16="http://schemas.microsoft.com/office/drawing/2014/main" id="{DD21BED3-3047-19CA-D812-38EA594E5F30}"/>
                    </a:ext>
                  </a:extLst>
                </p:cNvPr>
                <p:cNvCxnSpPr>
                  <a:cxnSpLocks/>
                  <a:endCxn id="1200" idx="2"/>
                </p:cNvCxnSpPr>
                <p:nvPr/>
              </p:nvCxnSpPr>
              <p:spPr>
                <a:xfrm>
                  <a:off x="7159101" y="4131631"/>
                  <a:ext cx="167028" cy="57165"/>
                </a:xfrm>
                <a:prstGeom prst="line">
                  <a:avLst/>
                </a:prstGeom>
                <a:ln>
                  <a:solidFill>
                    <a:srgbClr val="979797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94" name="Straight Connector 1193">
                  <a:extLst>
                    <a:ext uri="{FF2B5EF4-FFF2-40B4-BE49-F238E27FC236}">
                      <a16:creationId xmlns:a16="http://schemas.microsoft.com/office/drawing/2014/main" id="{66DC0E0C-DFBD-0E1B-B38F-1B18617272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117828" y="4156259"/>
                  <a:ext cx="0" cy="324361"/>
                </a:xfrm>
                <a:prstGeom prst="line">
                  <a:avLst/>
                </a:prstGeom>
                <a:ln>
                  <a:solidFill>
                    <a:srgbClr val="979797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95" name="Straight Connector 1194">
                  <a:extLst>
                    <a:ext uri="{FF2B5EF4-FFF2-40B4-BE49-F238E27FC236}">
                      <a16:creationId xmlns:a16="http://schemas.microsoft.com/office/drawing/2014/main" id="{7EDF516A-0384-60CC-CB75-9687DF55F7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153539" y="4145523"/>
                  <a:ext cx="101627" cy="129949"/>
                </a:xfrm>
                <a:prstGeom prst="line">
                  <a:avLst/>
                </a:prstGeom>
                <a:ln>
                  <a:solidFill>
                    <a:srgbClr val="979797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96" name="Straight Connector 1195">
                  <a:extLst>
                    <a:ext uri="{FF2B5EF4-FFF2-40B4-BE49-F238E27FC236}">
                      <a16:creationId xmlns:a16="http://schemas.microsoft.com/office/drawing/2014/main" id="{A1CA4D3E-2936-CC3A-27B0-BC4A6166AB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355090" y="3922825"/>
                  <a:ext cx="0" cy="226925"/>
                </a:xfrm>
                <a:prstGeom prst="line">
                  <a:avLst/>
                </a:prstGeom>
                <a:ln>
                  <a:solidFill>
                    <a:srgbClr val="979797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97" name="Straight Connector 1196">
                  <a:extLst>
                    <a:ext uri="{FF2B5EF4-FFF2-40B4-BE49-F238E27FC236}">
                      <a16:creationId xmlns:a16="http://schemas.microsoft.com/office/drawing/2014/main" id="{5DEE19ED-62A5-2869-8CEE-C5BC917A6F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28479" y="3874404"/>
                  <a:ext cx="252541" cy="57946"/>
                </a:xfrm>
                <a:prstGeom prst="line">
                  <a:avLst/>
                </a:prstGeom>
                <a:ln>
                  <a:solidFill>
                    <a:srgbClr val="979797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98" name="Oval 1197">
                  <a:extLst>
                    <a:ext uri="{FF2B5EF4-FFF2-40B4-BE49-F238E27FC236}">
                      <a16:creationId xmlns:a16="http://schemas.microsoft.com/office/drawing/2014/main" id="{17F66BBF-0656-78D1-A705-A24317F5CFEE}"/>
                    </a:ext>
                  </a:extLst>
                </p:cNvPr>
                <p:cNvSpPr/>
                <p:nvPr/>
              </p:nvSpPr>
              <p:spPr>
                <a:xfrm>
                  <a:off x="7076318" y="4076146"/>
                  <a:ext cx="91453" cy="88309"/>
                </a:xfrm>
                <a:prstGeom prst="ellipse">
                  <a:avLst/>
                </a:prstGeom>
                <a:solidFill>
                  <a:srgbClr val="857A7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99" name="Oval 1198">
                  <a:extLst>
                    <a:ext uri="{FF2B5EF4-FFF2-40B4-BE49-F238E27FC236}">
                      <a16:creationId xmlns:a16="http://schemas.microsoft.com/office/drawing/2014/main" id="{5B943CA1-6059-2B0F-1AA5-E5CED667A60D}"/>
                    </a:ext>
                  </a:extLst>
                </p:cNvPr>
                <p:cNvSpPr/>
                <p:nvPr/>
              </p:nvSpPr>
              <p:spPr>
                <a:xfrm>
                  <a:off x="7651752" y="3909892"/>
                  <a:ext cx="91453" cy="88309"/>
                </a:xfrm>
                <a:prstGeom prst="ellipse">
                  <a:avLst/>
                </a:prstGeom>
                <a:solidFill>
                  <a:srgbClr val="857A7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00" name="Oval 1199">
                  <a:extLst>
                    <a:ext uri="{FF2B5EF4-FFF2-40B4-BE49-F238E27FC236}">
                      <a16:creationId xmlns:a16="http://schemas.microsoft.com/office/drawing/2014/main" id="{781336C4-AB9F-7D7F-5F88-D87A2214C78B}"/>
                    </a:ext>
                  </a:extLst>
                </p:cNvPr>
                <p:cNvSpPr/>
                <p:nvPr/>
              </p:nvSpPr>
              <p:spPr>
                <a:xfrm>
                  <a:off x="7326129" y="4144641"/>
                  <a:ext cx="91453" cy="88309"/>
                </a:xfrm>
                <a:prstGeom prst="ellipse">
                  <a:avLst/>
                </a:prstGeom>
                <a:solidFill>
                  <a:srgbClr val="857A7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01" name="Oval 1200">
                  <a:extLst>
                    <a:ext uri="{FF2B5EF4-FFF2-40B4-BE49-F238E27FC236}">
                      <a16:creationId xmlns:a16="http://schemas.microsoft.com/office/drawing/2014/main" id="{93074CF3-87F5-D2A2-9623-1F9CFF4A79B4}"/>
                    </a:ext>
                  </a:extLst>
                </p:cNvPr>
                <p:cNvSpPr/>
                <p:nvPr/>
              </p:nvSpPr>
              <p:spPr>
                <a:xfrm>
                  <a:off x="7072102" y="4480620"/>
                  <a:ext cx="91453" cy="88309"/>
                </a:xfrm>
                <a:prstGeom prst="ellipse">
                  <a:avLst/>
                </a:prstGeom>
                <a:solidFill>
                  <a:srgbClr val="857A7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1203" name="Group 1202">
                <a:extLst>
                  <a:ext uri="{FF2B5EF4-FFF2-40B4-BE49-F238E27FC236}">
                    <a16:creationId xmlns:a16="http://schemas.microsoft.com/office/drawing/2014/main" id="{3B266B94-94DD-86A6-189D-A40D23E83170}"/>
                  </a:ext>
                </a:extLst>
              </p:cNvPr>
              <p:cNvGrpSpPr/>
              <p:nvPr/>
            </p:nvGrpSpPr>
            <p:grpSpPr>
              <a:xfrm>
                <a:off x="3920894" y="4319350"/>
                <a:ext cx="1447976" cy="694525"/>
                <a:chOff x="3920894" y="4319350"/>
                <a:chExt cx="1447976" cy="694525"/>
              </a:xfrm>
            </p:grpSpPr>
            <p:sp>
              <p:nvSpPr>
                <p:cNvPr id="1151" name="Parallelogram 1150">
                  <a:extLst>
                    <a:ext uri="{FF2B5EF4-FFF2-40B4-BE49-F238E27FC236}">
                      <a16:creationId xmlns:a16="http://schemas.microsoft.com/office/drawing/2014/main" id="{0F07163F-AAE9-8DF7-A91E-77FF2AFC3C06}"/>
                    </a:ext>
                  </a:extLst>
                </p:cNvPr>
                <p:cNvSpPr/>
                <p:nvPr/>
              </p:nvSpPr>
              <p:spPr>
                <a:xfrm rot="19655225">
                  <a:off x="3920894" y="4354671"/>
                  <a:ext cx="1447976" cy="642093"/>
                </a:xfrm>
                <a:prstGeom prst="parallelogram">
                  <a:avLst>
                    <a:gd name="adj" fmla="val 55125"/>
                  </a:avLst>
                </a:prstGeom>
                <a:solidFill>
                  <a:schemeClr val="bg1"/>
                </a:solidFill>
                <a:ln w="38100">
                  <a:solidFill>
                    <a:srgbClr val="857A7B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1202" name="Group 1201">
                  <a:extLst>
                    <a:ext uri="{FF2B5EF4-FFF2-40B4-BE49-F238E27FC236}">
                      <a16:creationId xmlns:a16="http://schemas.microsoft.com/office/drawing/2014/main" id="{C1306304-EC73-5AF3-EC25-995B884D4DE0}"/>
                    </a:ext>
                  </a:extLst>
                </p:cNvPr>
                <p:cNvGrpSpPr/>
                <p:nvPr/>
              </p:nvGrpSpPr>
              <p:grpSpPr>
                <a:xfrm>
                  <a:off x="4281699" y="4319350"/>
                  <a:ext cx="671103" cy="694525"/>
                  <a:chOff x="4281699" y="4319350"/>
                  <a:chExt cx="671103" cy="694525"/>
                </a:xfrm>
              </p:grpSpPr>
              <p:cxnSp>
                <p:nvCxnSpPr>
                  <p:cNvPr id="1156" name="Straight Connector 1155">
                    <a:extLst>
                      <a:ext uri="{FF2B5EF4-FFF2-40B4-BE49-F238E27FC236}">
                        <a16:creationId xmlns:a16="http://schemas.microsoft.com/office/drawing/2014/main" id="{CCF13BFF-99A6-1366-9E00-5ABDB424720A}"/>
                      </a:ext>
                    </a:extLst>
                  </p:cNvPr>
                  <p:cNvCxnSpPr>
                    <a:cxnSpLocks/>
                    <a:endCxn id="1149" idx="2"/>
                  </p:cNvCxnSpPr>
                  <p:nvPr/>
                </p:nvCxnSpPr>
                <p:spPr>
                  <a:xfrm>
                    <a:off x="4368698" y="4576577"/>
                    <a:ext cx="167028" cy="57165"/>
                  </a:xfrm>
                  <a:prstGeom prst="line">
                    <a:avLst/>
                  </a:prstGeom>
                  <a:ln>
                    <a:solidFill>
                      <a:srgbClr val="979797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58" name="Straight Connector 1157">
                    <a:extLst>
                      <a:ext uri="{FF2B5EF4-FFF2-40B4-BE49-F238E27FC236}">
                        <a16:creationId xmlns:a16="http://schemas.microsoft.com/office/drawing/2014/main" id="{44E103AD-BB1C-A75D-C647-0304D902C3B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327425" y="4601205"/>
                    <a:ext cx="0" cy="324361"/>
                  </a:xfrm>
                  <a:prstGeom prst="line">
                    <a:avLst/>
                  </a:prstGeom>
                  <a:ln>
                    <a:solidFill>
                      <a:srgbClr val="979797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61" name="Straight Connector 1160">
                    <a:extLst>
                      <a:ext uri="{FF2B5EF4-FFF2-40B4-BE49-F238E27FC236}">
                        <a16:creationId xmlns:a16="http://schemas.microsoft.com/office/drawing/2014/main" id="{A78EC076-BB3B-108B-CCF6-E3A8108E548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363136" y="4590469"/>
                    <a:ext cx="101627" cy="129949"/>
                  </a:xfrm>
                  <a:prstGeom prst="line">
                    <a:avLst/>
                  </a:prstGeom>
                  <a:ln>
                    <a:solidFill>
                      <a:srgbClr val="979797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64" name="Straight Connector 1163">
                    <a:extLst>
                      <a:ext uri="{FF2B5EF4-FFF2-40B4-BE49-F238E27FC236}">
                        <a16:creationId xmlns:a16="http://schemas.microsoft.com/office/drawing/2014/main" id="{D45A9176-FEFE-4B26-1CDF-A7A1C59ABC4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64687" y="4367771"/>
                    <a:ext cx="0" cy="226925"/>
                  </a:xfrm>
                  <a:prstGeom prst="line">
                    <a:avLst/>
                  </a:prstGeom>
                  <a:ln>
                    <a:solidFill>
                      <a:srgbClr val="979797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67" name="Straight Connector 1166">
                    <a:extLst>
                      <a:ext uri="{FF2B5EF4-FFF2-40B4-BE49-F238E27FC236}">
                        <a16:creationId xmlns:a16="http://schemas.microsoft.com/office/drawing/2014/main" id="{B2603B5E-7D37-2660-9DAF-796F8B8D4C1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638076" y="4319350"/>
                    <a:ext cx="252541" cy="57946"/>
                  </a:xfrm>
                  <a:prstGeom prst="line">
                    <a:avLst/>
                  </a:prstGeom>
                  <a:ln>
                    <a:solidFill>
                      <a:srgbClr val="979797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47" name="Oval 1146">
                    <a:extLst>
                      <a:ext uri="{FF2B5EF4-FFF2-40B4-BE49-F238E27FC236}">
                        <a16:creationId xmlns:a16="http://schemas.microsoft.com/office/drawing/2014/main" id="{A47309B4-5AFA-6410-A0F7-B0C59B3644FB}"/>
                      </a:ext>
                    </a:extLst>
                  </p:cNvPr>
                  <p:cNvSpPr/>
                  <p:nvPr/>
                </p:nvSpPr>
                <p:spPr>
                  <a:xfrm>
                    <a:off x="4285915" y="4521092"/>
                    <a:ext cx="91453" cy="88309"/>
                  </a:xfrm>
                  <a:prstGeom prst="ellipse">
                    <a:avLst/>
                  </a:prstGeom>
                  <a:solidFill>
                    <a:srgbClr val="857A7B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148" name="Oval 1147">
                    <a:extLst>
                      <a:ext uri="{FF2B5EF4-FFF2-40B4-BE49-F238E27FC236}">
                        <a16:creationId xmlns:a16="http://schemas.microsoft.com/office/drawing/2014/main" id="{308DA3F4-7AA4-9250-57B2-B525817AA392}"/>
                      </a:ext>
                    </a:extLst>
                  </p:cNvPr>
                  <p:cNvSpPr/>
                  <p:nvPr/>
                </p:nvSpPr>
                <p:spPr>
                  <a:xfrm>
                    <a:off x="4861349" y="4354838"/>
                    <a:ext cx="91453" cy="88309"/>
                  </a:xfrm>
                  <a:prstGeom prst="ellipse">
                    <a:avLst/>
                  </a:prstGeom>
                  <a:solidFill>
                    <a:srgbClr val="857A7B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149" name="Oval 1148">
                    <a:extLst>
                      <a:ext uri="{FF2B5EF4-FFF2-40B4-BE49-F238E27FC236}">
                        <a16:creationId xmlns:a16="http://schemas.microsoft.com/office/drawing/2014/main" id="{24313115-12B6-CC84-D912-015EC4F2CBAE}"/>
                      </a:ext>
                    </a:extLst>
                  </p:cNvPr>
                  <p:cNvSpPr/>
                  <p:nvPr/>
                </p:nvSpPr>
                <p:spPr>
                  <a:xfrm>
                    <a:off x="4535726" y="4589587"/>
                    <a:ext cx="91453" cy="88309"/>
                  </a:xfrm>
                  <a:prstGeom prst="ellipse">
                    <a:avLst/>
                  </a:prstGeom>
                  <a:solidFill>
                    <a:srgbClr val="857A7B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150" name="Oval 1149">
                    <a:extLst>
                      <a:ext uri="{FF2B5EF4-FFF2-40B4-BE49-F238E27FC236}">
                        <a16:creationId xmlns:a16="http://schemas.microsoft.com/office/drawing/2014/main" id="{8985F50B-6AA2-8ADF-3B75-F58D2B4CA136}"/>
                      </a:ext>
                    </a:extLst>
                  </p:cNvPr>
                  <p:cNvSpPr/>
                  <p:nvPr/>
                </p:nvSpPr>
                <p:spPr>
                  <a:xfrm>
                    <a:off x="4281699" y="4925566"/>
                    <a:ext cx="91453" cy="88309"/>
                  </a:xfrm>
                  <a:prstGeom prst="ellipse">
                    <a:avLst/>
                  </a:prstGeom>
                  <a:solidFill>
                    <a:srgbClr val="857A7B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  <p:grpSp>
            <p:nvGrpSpPr>
              <p:cNvPr id="1155" name="Group 1154">
                <a:extLst>
                  <a:ext uri="{FF2B5EF4-FFF2-40B4-BE49-F238E27FC236}">
                    <a16:creationId xmlns:a16="http://schemas.microsoft.com/office/drawing/2014/main" id="{36A05F9A-9342-CD55-2724-3F6D8BA508AF}"/>
                  </a:ext>
                </a:extLst>
              </p:cNvPr>
              <p:cNvGrpSpPr/>
              <p:nvPr/>
            </p:nvGrpSpPr>
            <p:grpSpPr>
              <a:xfrm>
                <a:off x="4115712" y="4558896"/>
                <a:ext cx="1447976" cy="661449"/>
                <a:chOff x="4124326" y="4565108"/>
                <a:chExt cx="1447976" cy="661449"/>
              </a:xfrm>
            </p:grpSpPr>
            <p:sp>
              <p:nvSpPr>
                <p:cNvPr id="1091" name="Parallelogram 1090">
                  <a:extLst>
                    <a:ext uri="{FF2B5EF4-FFF2-40B4-BE49-F238E27FC236}">
                      <a16:creationId xmlns:a16="http://schemas.microsoft.com/office/drawing/2014/main" id="{DF1C822C-0771-0DE1-0612-5EE757B5C5D7}"/>
                    </a:ext>
                  </a:extLst>
                </p:cNvPr>
                <p:cNvSpPr/>
                <p:nvPr/>
              </p:nvSpPr>
              <p:spPr>
                <a:xfrm rot="19655225">
                  <a:off x="4124326" y="4565108"/>
                  <a:ext cx="1447976" cy="642093"/>
                </a:xfrm>
                <a:prstGeom prst="parallelogram">
                  <a:avLst>
                    <a:gd name="adj" fmla="val 55125"/>
                  </a:avLst>
                </a:prstGeom>
                <a:solidFill>
                  <a:schemeClr val="bg1"/>
                </a:solidFill>
                <a:ln w="38100">
                  <a:solidFill>
                    <a:srgbClr val="857A7B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1104" name="Straight Connector 1103">
                  <a:extLst>
                    <a:ext uri="{FF2B5EF4-FFF2-40B4-BE49-F238E27FC236}">
                      <a16:creationId xmlns:a16="http://schemas.microsoft.com/office/drawing/2014/main" id="{C023F149-CF0D-1FBD-54D8-14529DCF0119}"/>
                    </a:ext>
                  </a:extLst>
                </p:cNvPr>
                <p:cNvCxnSpPr>
                  <a:cxnSpLocks/>
                  <a:endCxn id="1100" idx="3"/>
                </p:cNvCxnSpPr>
                <p:nvPr/>
              </p:nvCxnSpPr>
              <p:spPr>
                <a:xfrm flipV="1">
                  <a:off x="4596735" y="4672809"/>
                  <a:ext cx="111959" cy="122300"/>
                </a:xfrm>
                <a:prstGeom prst="line">
                  <a:avLst/>
                </a:prstGeom>
                <a:ln>
                  <a:solidFill>
                    <a:srgbClr val="979797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8" name="Straight Connector 1107">
                  <a:extLst>
                    <a:ext uri="{FF2B5EF4-FFF2-40B4-BE49-F238E27FC236}">
                      <a16:creationId xmlns:a16="http://schemas.microsoft.com/office/drawing/2014/main" id="{BEABF51B-7ABF-E4A9-5CFA-46317E3B661C}"/>
                    </a:ext>
                  </a:extLst>
                </p:cNvPr>
                <p:cNvCxnSpPr>
                  <a:cxnSpLocks/>
                  <a:endCxn id="1097" idx="0"/>
                </p:cNvCxnSpPr>
                <p:nvPr/>
              </p:nvCxnSpPr>
              <p:spPr>
                <a:xfrm>
                  <a:off x="4762426" y="4681930"/>
                  <a:ext cx="25071" cy="153431"/>
                </a:xfrm>
                <a:prstGeom prst="line">
                  <a:avLst/>
                </a:prstGeom>
                <a:ln>
                  <a:solidFill>
                    <a:srgbClr val="979797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1" name="Straight Connector 1110">
                  <a:extLst>
                    <a:ext uri="{FF2B5EF4-FFF2-40B4-BE49-F238E27FC236}">
                      <a16:creationId xmlns:a16="http://schemas.microsoft.com/office/drawing/2014/main" id="{606D56ED-65F8-8103-7A68-88248C20251E}"/>
                    </a:ext>
                  </a:extLst>
                </p:cNvPr>
                <p:cNvCxnSpPr>
                  <a:cxnSpLocks/>
                  <a:endCxn id="1098" idx="2"/>
                </p:cNvCxnSpPr>
                <p:nvPr/>
              </p:nvCxnSpPr>
              <p:spPr>
                <a:xfrm>
                  <a:off x="4830501" y="4863614"/>
                  <a:ext cx="278449" cy="32468"/>
                </a:xfrm>
                <a:prstGeom prst="line">
                  <a:avLst/>
                </a:prstGeom>
                <a:ln>
                  <a:solidFill>
                    <a:srgbClr val="979797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5" name="Straight Connector 1114">
                  <a:extLst>
                    <a:ext uri="{FF2B5EF4-FFF2-40B4-BE49-F238E27FC236}">
                      <a16:creationId xmlns:a16="http://schemas.microsoft.com/office/drawing/2014/main" id="{2223F79F-F136-31E6-3169-DE3917967915}"/>
                    </a:ext>
                  </a:extLst>
                </p:cNvPr>
                <p:cNvCxnSpPr>
                  <a:cxnSpLocks/>
                  <a:endCxn id="1099" idx="3"/>
                </p:cNvCxnSpPr>
                <p:nvPr/>
              </p:nvCxnSpPr>
              <p:spPr>
                <a:xfrm flipV="1">
                  <a:off x="4833580" y="4713059"/>
                  <a:ext cx="203320" cy="327343"/>
                </a:xfrm>
                <a:prstGeom prst="line">
                  <a:avLst/>
                </a:prstGeom>
                <a:ln>
                  <a:solidFill>
                    <a:srgbClr val="979797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7" name="Straight Connector 1116">
                  <a:extLst>
                    <a:ext uri="{FF2B5EF4-FFF2-40B4-BE49-F238E27FC236}">
                      <a16:creationId xmlns:a16="http://schemas.microsoft.com/office/drawing/2014/main" id="{60DED2FF-4E92-B3ED-F4E0-45539F041509}"/>
                    </a:ext>
                  </a:extLst>
                </p:cNvPr>
                <p:cNvCxnSpPr>
                  <a:cxnSpLocks/>
                  <a:stCxn id="1101" idx="7"/>
                  <a:endCxn id="1098" idx="2"/>
                </p:cNvCxnSpPr>
                <p:nvPr/>
              </p:nvCxnSpPr>
              <p:spPr>
                <a:xfrm flipV="1">
                  <a:off x="4840820" y="4896082"/>
                  <a:ext cx="268130" cy="147279"/>
                </a:xfrm>
                <a:prstGeom prst="line">
                  <a:avLst/>
                </a:prstGeom>
                <a:ln>
                  <a:solidFill>
                    <a:srgbClr val="979797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0" name="Straight Connector 1119">
                  <a:extLst>
                    <a:ext uri="{FF2B5EF4-FFF2-40B4-BE49-F238E27FC236}">
                      <a16:creationId xmlns:a16="http://schemas.microsoft.com/office/drawing/2014/main" id="{18AD5C40-F8C5-9193-8F2C-784D3B02EEC2}"/>
                    </a:ext>
                  </a:extLst>
                </p:cNvPr>
                <p:cNvCxnSpPr>
                  <a:cxnSpLocks/>
                  <a:endCxn id="1097" idx="3"/>
                </p:cNvCxnSpPr>
                <p:nvPr/>
              </p:nvCxnSpPr>
              <p:spPr>
                <a:xfrm flipV="1">
                  <a:off x="4590503" y="4939019"/>
                  <a:ext cx="153990" cy="180398"/>
                </a:xfrm>
                <a:prstGeom prst="line">
                  <a:avLst/>
                </a:prstGeom>
                <a:ln>
                  <a:solidFill>
                    <a:srgbClr val="979797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2" name="Straight Connector 1121">
                  <a:extLst>
                    <a:ext uri="{FF2B5EF4-FFF2-40B4-BE49-F238E27FC236}">
                      <a16:creationId xmlns:a16="http://schemas.microsoft.com/office/drawing/2014/main" id="{0F9B5012-19C2-DC3A-7003-AF6E2C62DB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07290" y="5178396"/>
                  <a:ext cx="362435" cy="5916"/>
                </a:xfrm>
                <a:prstGeom prst="line">
                  <a:avLst/>
                </a:prstGeom>
                <a:ln>
                  <a:solidFill>
                    <a:srgbClr val="979797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6" name="Straight Connector 1125">
                  <a:extLst>
                    <a:ext uri="{FF2B5EF4-FFF2-40B4-BE49-F238E27FC236}">
                      <a16:creationId xmlns:a16="http://schemas.microsoft.com/office/drawing/2014/main" id="{703AEF1E-BA2E-A113-D842-8DA47B3712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48314" y="5099381"/>
                  <a:ext cx="128053" cy="69045"/>
                </a:xfrm>
                <a:prstGeom prst="line">
                  <a:avLst/>
                </a:prstGeom>
                <a:ln>
                  <a:solidFill>
                    <a:srgbClr val="979797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8" name="Straight Connector 1127">
                  <a:extLst>
                    <a:ext uri="{FF2B5EF4-FFF2-40B4-BE49-F238E27FC236}">
                      <a16:creationId xmlns:a16="http://schemas.microsoft.com/office/drawing/2014/main" id="{0590860C-062D-4364-5F93-D95AAE061231}"/>
                    </a:ext>
                  </a:extLst>
                </p:cNvPr>
                <p:cNvCxnSpPr>
                  <a:cxnSpLocks/>
                  <a:endCxn id="1101" idx="1"/>
                </p:cNvCxnSpPr>
                <p:nvPr/>
              </p:nvCxnSpPr>
              <p:spPr>
                <a:xfrm>
                  <a:off x="4590603" y="4882683"/>
                  <a:ext cx="164209" cy="160678"/>
                </a:xfrm>
                <a:prstGeom prst="line">
                  <a:avLst/>
                </a:prstGeom>
                <a:ln>
                  <a:solidFill>
                    <a:srgbClr val="979797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0" name="Straight Connector 1129">
                  <a:extLst>
                    <a:ext uri="{FF2B5EF4-FFF2-40B4-BE49-F238E27FC236}">
                      <a16:creationId xmlns:a16="http://schemas.microsoft.com/office/drawing/2014/main" id="{422AEE45-5AD7-1ACE-9329-640A34902EEF}"/>
                    </a:ext>
                  </a:extLst>
                </p:cNvPr>
                <p:cNvCxnSpPr>
                  <a:cxnSpLocks/>
                  <a:endCxn id="1102" idx="0"/>
                </p:cNvCxnSpPr>
                <p:nvPr/>
              </p:nvCxnSpPr>
              <p:spPr>
                <a:xfrm>
                  <a:off x="4540239" y="4882846"/>
                  <a:ext cx="18209" cy="222268"/>
                </a:xfrm>
                <a:prstGeom prst="line">
                  <a:avLst/>
                </a:prstGeom>
                <a:ln>
                  <a:solidFill>
                    <a:srgbClr val="979797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2" name="Straight Connector 1131">
                  <a:extLst>
                    <a:ext uri="{FF2B5EF4-FFF2-40B4-BE49-F238E27FC236}">
                      <a16:creationId xmlns:a16="http://schemas.microsoft.com/office/drawing/2014/main" id="{72D8FFD6-E9E2-5397-4B22-28A5B576EB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596528" y="5112133"/>
                  <a:ext cx="146963" cy="56008"/>
                </a:xfrm>
                <a:prstGeom prst="line">
                  <a:avLst/>
                </a:prstGeom>
                <a:ln>
                  <a:solidFill>
                    <a:srgbClr val="979797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5" name="Straight Connector 1134">
                  <a:extLst>
                    <a:ext uri="{FF2B5EF4-FFF2-40B4-BE49-F238E27FC236}">
                      <a16:creationId xmlns:a16="http://schemas.microsoft.com/office/drawing/2014/main" id="{FD0DB165-F659-6797-2157-CDF8663D1D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90365" y="4834176"/>
                  <a:ext cx="238899" cy="61907"/>
                </a:xfrm>
                <a:prstGeom prst="line">
                  <a:avLst/>
                </a:prstGeom>
                <a:ln>
                  <a:solidFill>
                    <a:srgbClr val="979797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7" name="Straight Connector 1136">
                  <a:extLst>
                    <a:ext uri="{FF2B5EF4-FFF2-40B4-BE49-F238E27FC236}">
                      <a16:creationId xmlns:a16="http://schemas.microsoft.com/office/drawing/2014/main" id="{C7AE94AE-EBDF-F16A-21E2-C5E8FDFCA151}"/>
                    </a:ext>
                  </a:extLst>
                </p:cNvPr>
                <p:cNvCxnSpPr>
                  <a:cxnSpLocks/>
                  <a:endCxn id="1099" idx="2"/>
                </p:cNvCxnSpPr>
                <p:nvPr/>
              </p:nvCxnSpPr>
              <p:spPr>
                <a:xfrm>
                  <a:off x="4808555" y="4629007"/>
                  <a:ext cx="210532" cy="41116"/>
                </a:xfrm>
                <a:prstGeom prst="line">
                  <a:avLst/>
                </a:prstGeom>
                <a:ln>
                  <a:solidFill>
                    <a:srgbClr val="979797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9" name="Straight Connector 1138">
                  <a:extLst>
                    <a:ext uri="{FF2B5EF4-FFF2-40B4-BE49-F238E27FC236}">
                      <a16:creationId xmlns:a16="http://schemas.microsoft.com/office/drawing/2014/main" id="{98A81EBA-6A09-8752-67B6-8B161663B6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84587" y="4720280"/>
                  <a:ext cx="56134" cy="113896"/>
                </a:xfrm>
                <a:prstGeom prst="line">
                  <a:avLst/>
                </a:prstGeom>
                <a:ln>
                  <a:solidFill>
                    <a:srgbClr val="979797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2" name="Straight Connector 1141">
                  <a:extLst>
                    <a:ext uri="{FF2B5EF4-FFF2-40B4-BE49-F238E27FC236}">
                      <a16:creationId xmlns:a16="http://schemas.microsoft.com/office/drawing/2014/main" id="{79B8EBA7-7FEB-F03E-079E-629C872194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100532" y="4932900"/>
                  <a:ext cx="51184" cy="166481"/>
                </a:xfrm>
                <a:prstGeom prst="line">
                  <a:avLst/>
                </a:prstGeom>
                <a:ln>
                  <a:solidFill>
                    <a:srgbClr val="979797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4" name="Straight Connector 1143">
                  <a:extLst>
                    <a:ext uri="{FF2B5EF4-FFF2-40B4-BE49-F238E27FC236}">
                      <a16:creationId xmlns:a16="http://schemas.microsoft.com/office/drawing/2014/main" id="{5CE54CF5-7BCE-38FB-8B1B-649158D4A770}"/>
                    </a:ext>
                  </a:extLst>
                </p:cNvPr>
                <p:cNvCxnSpPr>
                  <a:cxnSpLocks/>
                  <a:endCxn id="1101" idx="0"/>
                </p:cNvCxnSpPr>
                <p:nvPr/>
              </p:nvCxnSpPr>
              <p:spPr>
                <a:xfrm flipH="1">
                  <a:off x="4797816" y="4942335"/>
                  <a:ext cx="2177" cy="83241"/>
                </a:xfrm>
                <a:prstGeom prst="line">
                  <a:avLst/>
                </a:prstGeom>
                <a:ln>
                  <a:solidFill>
                    <a:srgbClr val="979797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96" name="Oval 1095">
                  <a:extLst>
                    <a:ext uri="{FF2B5EF4-FFF2-40B4-BE49-F238E27FC236}">
                      <a16:creationId xmlns:a16="http://schemas.microsoft.com/office/drawing/2014/main" id="{50846FB3-8828-A608-D7F6-3BA42846E242}"/>
                    </a:ext>
                  </a:extLst>
                </p:cNvPr>
                <p:cNvSpPr/>
                <p:nvPr/>
              </p:nvSpPr>
              <p:spPr>
                <a:xfrm>
                  <a:off x="4497631" y="4774640"/>
                  <a:ext cx="121634" cy="121443"/>
                </a:xfrm>
                <a:prstGeom prst="ellipse">
                  <a:avLst/>
                </a:prstGeom>
                <a:solidFill>
                  <a:srgbClr val="857A7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097" name="Oval 1096">
                  <a:extLst>
                    <a:ext uri="{FF2B5EF4-FFF2-40B4-BE49-F238E27FC236}">
                      <a16:creationId xmlns:a16="http://schemas.microsoft.com/office/drawing/2014/main" id="{5CCE0940-F6FF-A743-7155-65E231305196}"/>
                    </a:ext>
                  </a:extLst>
                </p:cNvPr>
                <p:cNvSpPr/>
                <p:nvPr/>
              </p:nvSpPr>
              <p:spPr>
                <a:xfrm>
                  <a:off x="4726680" y="4835361"/>
                  <a:ext cx="121634" cy="121443"/>
                </a:xfrm>
                <a:prstGeom prst="ellipse">
                  <a:avLst/>
                </a:prstGeom>
                <a:solidFill>
                  <a:srgbClr val="857A7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098" name="Oval 1097">
                  <a:extLst>
                    <a:ext uri="{FF2B5EF4-FFF2-40B4-BE49-F238E27FC236}">
                      <a16:creationId xmlns:a16="http://schemas.microsoft.com/office/drawing/2014/main" id="{AB94C616-BBCE-AF15-2EA0-6690F6796EB0}"/>
                    </a:ext>
                  </a:extLst>
                </p:cNvPr>
                <p:cNvSpPr/>
                <p:nvPr/>
              </p:nvSpPr>
              <p:spPr>
                <a:xfrm>
                  <a:off x="5108950" y="4835360"/>
                  <a:ext cx="121634" cy="121443"/>
                </a:xfrm>
                <a:prstGeom prst="ellipse">
                  <a:avLst/>
                </a:prstGeom>
                <a:solidFill>
                  <a:srgbClr val="857A7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099" name="Oval 1098">
                  <a:extLst>
                    <a:ext uri="{FF2B5EF4-FFF2-40B4-BE49-F238E27FC236}">
                      <a16:creationId xmlns:a16="http://schemas.microsoft.com/office/drawing/2014/main" id="{03364F42-B25F-7980-FB10-9978571EFB26}"/>
                    </a:ext>
                  </a:extLst>
                </p:cNvPr>
                <p:cNvSpPr/>
                <p:nvPr/>
              </p:nvSpPr>
              <p:spPr>
                <a:xfrm>
                  <a:off x="5019087" y="4609401"/>
                  <a:ext cx="121634" cy="121443"/>
                </a:xfrm>
                <a:prstGeom prst="ellipse">
                  <a:avLst/>
                </a:prstGeom>
                <a:solidFill>
                  <a:srgbClr val="857A7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00" name="Oval 1099">
                  <a:extLst>
                    <a:ext uri="{FF2B5EF4-FFF2-40B4-BE49-F238E27FC236}">
                      <a16:creationId xmlns:a16="http://schemas.microsoft.com/office/drawing/2014/main" id="{96363C9A-6331-471E-9CF0-99470039A842}"/>
                    </a:ext>
                  </a:extLst>
                </p:cNvPr>
                <p:cNvSpPr/>
                <p:nvPr/>
              </p:nvSpPr>
              <p:spPr>
                <a:xfrm>
                  <a:off x="4690881" y="4569151"/>
                  <a:ext cx="121634" cy="121443"/>
                </a:xfrm>
                <a:prstGeom prst="ellipse">
                  <a:avLst/>
                </a:prstGeom>
                <a:solidFill>
                  <a:srgbClr val="857A7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01" name="Oval 1100">
                  <a:extLst>
                    <a:ext uri="{FF2B5EF4-FFF2-40B4-BE49-F238E27FC236}">
                      <a16:creationId xmlns:a16="http://schemas.microsoft.com/office/drawing/2014/main" id="{E6D6D9B4-0416-DE84-8CBE-4C4AF11CF823}"/>
                    </a:ext>
                  </a:extLst>
                </p:cNvPr>
                <p:cNvSpPr/>
                <p:nvPr/>
              </p:nvSpPr>
              <p:spPr>
                <a:xfrm>
                  <a:off x="4736999" y="5025576"/>
                  <a:ext cx="121634" cy="121443"/>
                </a:xfrm>
                <a:prstGeom prst="ellipse">
                  <a:avLst/>
                </a:prstGeom>
                <a:solidFill>
                  <a:srgbClr val="857A7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02" name="Oval 1101">
                  <a:extLst>
                    <a:ext uri="{FF2B5EF4-FFF2-40B4-BE49-F238E27FC236}">
                      <a16:creationId xmlns:a16="http://schemas.microsoft.com/office/drawing/2014/main" id="{04DE1368-D758-EF36-4588-1712DA883154}"/>
                    </a:ext>
                  </a:extLst>
                </p:cNvPr>
                <p:cNvSpPr/>
                <p:nvPr/>
              </p:nvSpPr>
              <p:spPr>
                <a:xfrm>
                  <a:off x="4497631" y="5105114"/>
                  <a:ext cx="121634" cy="121443"/>
                </a:xfrm>
                <a:prstGeom prst="ellipse">
                  <a:avLst/>
                </a:prstGeom>
                <a:solidFill>
                  <a:srgbClr val="857A7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cxnSp>
        <p:nvCxnSpPr>
          <p:cNvPr id="1285" name="Straight Arrow Connector 1284">
            <a:extLst>
              <a:ext uri="{FF2B5EF4-FFF2-40B4-BE49-F238E27FC236}">
                <a16:creationId xmlns:a16="http://schemas.microsoft.com/office/drawing/2014/main" id="{EB6A0111-3550-F60E-4BD2-E3A9C4AAFAD2}"/>
              </a:ext>
            </a:extLst>
          </p:cNvPr>
          <p:cNvCxnSpPr>
            <a:cxnSpLocks/>
          </p:cNvCxnSpPr>
          <p:nvPr/>
        </p:nvCxnSpPr>
        <p:spPr>
          <a:xfrm>
            <a:off x="10499084" y="2769246"/>
            <a:ext cx="36960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00" name="Group 1299">
            <a:extLst>
              <a:ext uri="{FF2B5EF4-FFF2-40B4-BE49-F238E27FC236}">
                <a16:creationId xmlns:a16="http://schemas.microsoft.com/office/drawing/2014/main" id="{7F69A83E-675E-A14F-C25E-CDFC659FECBF}"/>
              </a:ext>
            </a:extLst>
          </p:cNvPr>
          <p:cNvGrpSpPr/>
          <p:nvPr/>
        </p:nvGrpSpPr>
        <p:grpSpPr>
          <a:xfrm>
            <a:off x="10472994" y="1904408"/>
            <a:ext cx="2682283" cy="2404496"/>
            <a:chOff x="7421601" y="1168669"/>
            <a:chExt cx="2682283" cy="2404496"/>
          </a:xfrm>
        </p:grpSpPr>
        <p:grpSp>
          <p:nvGrpSpPr>
            <p:cNvPr id="1298" name="Group 1297">
              <a:extLst>
                <a:ext uri="{FF2B5EF4-FFF2-40B4-BE49-F238E27FC236}">
                  <a16:creationId xmlns:a16="http://schemas.microsoft.com/office/drawing/2014/main" id="{B0B443B3-A829-EEDB-2C42-97A9E69C0DE5}"/>
                </a:ext>
              </a:extLst>
            </p:cNvPr>
            <p:cNvGrpSpPr/>
            <p:nvPr/>
          </p:nvGrpSpPr>
          <p:grpSpPr>
            <a:xfrm>
              <a:off x="7937195" y="1168669"/>
              <a:ext cx="1981166" cy="1874909"/>
              <a:chOff x="7901545" y="1164049"/>
              <a:chExt cx="1981166" cy="1874909"/>
            </a:xfrm>
          </p:grpSpPr>
          <p:grpSp>
            <p:nvGrpSpPr>
              <p:cNvPr id="1287" name="Group 1286">
                <a:extLst>
                  <a:ext uri="{FF2B5EF4-FFF2-40B4-BE49-F238E27FC236}">
                    <a16:creationId xmlns:a16="http://schemas.microsoft.com/office/drawing/2014/main" id="{AAC31F94-A352-1652-BEC2-2B8E03165439}"/>
                  </a:ext>
                </a:extLst>
              </p:cNvPr>
              <p:cNvGrpSpPr/>
              <p:nvPr/>
            </p:nvGrpSpPr>
            <p:grpSpPr>
              <a:xfrm>
                <a:off x="7901545" y="1164049"/>
                <a:ext cx="1981166" cy="1874909"/>
                <a:chOff x="7901545" y="1164049"/>
                <a:chExt cx="1981166" cy="1874909"/>
              </a:xfrm>
            </p:grpSpPr>
            <p:grpSp>
              <p:nvGrpSpPr>
                <p:cNvPr id="1284" name="Group 1283">
                  <a:extLst>
                    <a:ext uri="{FF2B5EF4-FFF2-40B4-BE49-F238E27FC236}">
                      <a16:creationId xmlns:a16="http://schemas.microsoft.com/office/drawing/2014/main" id="{FCDEBC90-539A-FE24-8B59-E0F9AE20D551}"/>
                    </a:ext>
                  </a:extLst>
                </p:cNvPr>
                <p:cNvGrpSpPr/>
                <p:nvPr/>
              </p:nvGrpSpPr>
              <p:grpSpPr>
                <a:xfrm>
                  <a:off x="7901545" y="1164049"/>
                  <a:ext cx="1789472" cy="1874909"/>
                  <a:chOff x="8614295" y="4407190"/>
                  <a:chExt cx="1789472" cy="1874909"/>
                </a:xfrm>
              </p:grpSpPr>
              <p:sp>
                <p:nvSpPr>
                  <p:cNvPr id="1283" name="Rectangle 1282">
                    <a:extLst>
                      <a:ext uri="{FF2B5EF4-FFF2-40B4-BE49-F238E27FC236}">
                        <a16:creationId xmlns:a16="http://schemas.microsoft.com/office/drawing/2014/main" id="{15F7F123-321C-1A8D-2229-AD58B53DA406}"/>
                      </a:ext>
                    </a:extLst>
                  </p:cNvPr>
                  <p:cNvSpPr/>
                  <p:nvPr/>
                </p:nvSpPr>
                <p:spPr>
                  <a:xfrm>
                    <a:off x="8614295" y="4407190"/>
                    <a:ext cx="1789472" cy="1721475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857A7B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260" name="Group 1259">
                    <a:extLst>
                      <a:ext uri="{FF2B5EF4-FFF2-40B4-BE49-F238E27FC236}">
                        <a16:creationId xmlns:a16="http://schemas.microsoft.com/office/drawing/2014/main" id="{2CA535BE-2E4C-CE89-B111-C1C39A874D92}"/>
                      </a:ext>
                    </a:extLst>
                  </p:cNvPr>
                  <p:cNvGrpSpPr/>
                  <p:nvPr/>
                </p:nvGrpSpPr>
                <p:grpSpPr>
                  <a:xfrm>
                    <a:off x="8872623" y="4685697"/>
                    <a:ext cx="1304802" cy="1596402"/>
                    <a:chOff x="6192620" y="4407190"/>
                    <a:chExt cx="1304802" cy="1596402"/>
                  </a:xfrm>
                </p:grpSpPr>
                <p:grpSp>
                  <p:nvGrpSpPr>
                    <p:cNvPr id="1257" name="Group 1256">
                      <a:extLst>
                        <a:ext uri="{FF2B5EF4-FFF2-40B4-BE49-F238E27FC236}">
                          <a16:creationId xmlns:a16="http://schemas.microsoft.com/office/drawing/2014/main" id="{58438196-210A-0668-21C7-398D255694C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192620" y="4407190"/>
                      <a:ext cx="556104" cy="916554"/>
                      <a:chOff x="6192620" y="4407190"/>
                      <a:chExt cx="556104" cy="916554"/>
                    </a:xfrm>
                  </p:grpSpPr>
                  <p:grpSp>
                    <p:nvGrpSpPr>
                      <p:cNvPr id="1241" name="Group 1240">
                        <a:extLst>
                          <a:ext uri="{FF2B5EF4-FFF2-40B4-BE49-F238E27FC236}">
                            <a16:creationId xmlns:a16="http://schemas.microsoft.com/office/drawing/2014/main" id="{BAAEE88B-BB84-B7E2-3A27-192175CA982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6192620" y="4407190"/>
                        <a:ext cx="535022" cy="432256"/>
                        <a:chOff x="421549" y="3664997"/>
                        <a:chExt cx="753041" cy="796834"/>
                      </a:xfrm>
                    </p:grpSpPr>
                    <p:sp>
                      <p:nvSpPr>
                        <p:cNvPr id="1051" name="Rectangle 1050">
                          <a:extLst>
                            <a:ext uri="{FF2B5EF4-FFF2-40B4-BE49-F238E27FC236}">
                              <a16:creationId xmlns:a16="http://schemas.microsoft.com/office/drawing/2014/main" id="{55EEA235-5129-E75A-BD81-CD817C32405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25251" y="4088686"/>
                          <a:ext cx="219253" cy="373145"/>
                        </a:xfrm>
                        <a:prstGeom prst="rect">
                          <a:avLst/>
                        </a:prstGeom>
                        <a:solidFill>
                          <a:srgbClr val="94ADFF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cxnSp>
                      <p:nvCxnSpPr>
                        <p:cNvPr id="1237" name="Straight Connector 1236">
                          <a:extLst>
                            <a:ext uri="{FF2B5EF4-FFF2-40B4-BE49-F238E27FC236}">
                              <a16:creationId xmlns:a16="http://schemas.microsoft.com/office/drawing/2014/main" id="{C8FED700-FF7B-FE3D-8DE5-72A5B8F1BE22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431074" y="3664997"/>
                          <a:ext cx="0" cy="79683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38" name="Straight Connector 1237">
                          <a:extLst>
                            <a:ext uri="{FF2B5EF4-FFF2-40B4-BE49-F238E27FC236}">
                              <a16:creationId xmlns:a16="http://schemas.microsoft.com/office/drawing/2014/main" id="{3A330ACA-EDA1-881F-4A7C-11804378C40E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421549" y="4461831"/>
                          <a:ext cx="753041" cy="0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1240" name="Rectangle 1239">
                          <a:extLst>
                            <a:ext uri="{FF2B5EF4-FFF2-40B4-BE49-F238E27FC236}">
                              <a16:creationId xmlns:a16="http://schemas.microsoft.com/office/drawing/2014/main" id="{84C3EA49-9E00-3090-FDE3-62BDF7F41CA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95131" y="3805962"/>
                          <a:ext cx="219252" cy="655869"/>
                        </a:xfrm>
                        <a:prstGeom prst="rect">
                          <a:avLst/>
                        </a:prstGeom>
                        <a:solidFill>
                          <a:srgbClr val="0270BD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</p:grpSp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1254" name="TextBox 1253">
                            <a:extLst>
                              <a:ext uri="{FF2B5EF4-FFF2-40B4-BE49-F238E27FC236}">
                                <a16:creationId xmlns:a16="http://schemas.microsoft.com/office/drawing/2014/main" id="{D0E48DE9-06AC-B392-A592-A2EB6979F9BF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309150" y="4834123"/>
                            <a:ext cx="439574" cy="489621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14:m>
                              <m:oMath xmlns:m="http://schemas.openxmlformats.org/officeDocument/2006/math">
                                <m:r>
                                  <a:rPr lang="en-US" sz="8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a14:m>
                            <a:r>
                              <a:rPr lang="en-US" sz="800" b="1" baseline="-25000" dirty="0">
                                <a:latin typeface="Montserrat" pitchFamily="2" charset="77"/>
                              </a:rPr>
                              <a:t>1</a:t>
                            </a:r>
                          </a:p>
                          <a:p>
                            <a:endParaRPr lang="en-US" dirty="0"/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1254" name="TextBox 1253">
                            <a:extLst>
                              <a:ext uri="{FF2B5EF4-FFF2-40B4-BE49-F238E27FC236}">
                                <a16:creationId xmlns:a16="http://schemas.microsoft.com/office/drawing/2014/main" id="{0C0312BF-CC69-CEE6-DC34-43461B51483A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6309150" y="4834123"/>
                            <a:ext cx="439574" cy="489621"/>
                          </a:xfrm>
                          <a:prstGeom prst="rect">
                            <a:avLst/>
                          </a:prstGeom>
                          <a:blipFill>
                            <a:blip r:embed="rId15"/>
                            <a:stretch>
                              <a:fillRect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</p:grpSp>
                <p:grpSp>
                  <p:nvGrpSpPr>
                    <p:cNvPr id="1258" name="Group 1257">
                      <a:extLst>
                        <a:ext uri="{FF2B5EF4-FFF2-40B4-BE49-F238E27FC236}">
                          <a16:creationId xmlns:a16="http://schemas.microsoft.com/office/drawing/2014/main" id="{1398886C-1626-8BBD-C322-23F3D523B38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921031" y="4407190"/>
                      <a:ext cx="576391" cy="914801"/>
                      <a:chOff x="6934415" y="4394939"/>
                      <a:chExt cx="576391" cy="914801"/>
                    </a:xfrm>
                  </p:grpSpPr>
                  <p:grpSp>
                    <p:nvGrpSpPr>
                      <p:cNvPr id="1242" name="Group 1241">
                        <a:extLst>
                          <a:ext uri="{FF2B5EF4-FFF2-40B4-BE49-F238E27FC236}">
                            <a16:creationId xmlns:a16="http://schemas.microsoft.com/office/drawing/2014/main" id="{8E452CA0-9003-7FE4-DB67-8FB96E4CA41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6934415" y="4394939"/>
                        <a:ext cx="535011" cy="432140"/>
                        <a:chOff x="421549" y="3664997"/>
                        <a:chExt cx="753041" cy="796834"/>
                      </a:xfrm>
                    </p:grpSpPr>
                    <p:sp>
                      <p:nvSpPr>
                        <p:cNvPr id="1243" name="Rectangle 1242">
                          <a:extLst>
                            <a:ext uri="{FF2B5EF4-FFF2-40B4-BE49-F238E27FC236}">
                              <a16:creationId xmlns:a16="http://schemas.microsoft.com/office/drawing/2014/main" id="{5B4EFF7F-D2C9-1362-2C7D-A1B972A3FFF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25252" y="4223347"/>
                          <a:ext cx="219252" cy="238484"/>
                        </a:xfrm>
                        <a:prstGeom prst="rect">
                          <a:avLst/>
                        </a:prstGeom>
                        <a:solidFill>
                          <a:srgbClr val="94ADFF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cxnSp>
                      <p:nvCxnSpPr>
                        <p:cNvPr id="1244" name="Straight Connector 1243">
                          <a:extLst>
                            <a:ext uri="{FF2B5EF4-FFF2-40B4-BE49-F238E27FC236}">
                              <a16:creationId xmlns:a16="http://schemas.microsoft.com/office/drawing/2014/main" id="{6968AD5B-AD1C-DED9-FEC7-6CB4D6EB61ED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431074" y="3664997"/>
                          <a:ext cx="0" cy="79683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45" name="Straight Connector 1244">
                          <a:extLst>
                            <a:ext uri="{FF2B5EF4-FFF2-40B4-BE49-F238E27FC236}">
                              <a16:creationId xmlns:a16="http://schemas.microsoft.com/office/drawing/2014/main" id="{2745E2FA-3EC1-4621-2D51-C7D61D265B1A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421549" y="4461831"/>
                          <a:ext cx="753041" cy="0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1246" name="Rectangle 1245">
                          <a:extLst>
                            <a:ext uri="{FF2B5EF4-FFF2-40B4-BE49-F238E27FC236}">
                              <a16:creationId xmlns:a16="http://schemas.microsoft.com/office/drawing/2014/main" id="{DB08F510-0148-A445-8180-4D8CFD1FE80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95131" y="4084886"/>
                          <a:ext cx="213285" cy="376945"/>
                        </a:xfrm>
                        <a:prstGeom prst="rect">
                          <a:avLst/>
                        </a:prstGeom>
                        <a:solidFill>
                          <a:srgbClr val="0270BD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</p:grpSp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1255" name="TextBox 1254">
                            <a:extLst>
                              <a:ext uri="{FF2B5EF4-FFF2-40B4-BE49-F238E27FC236}">
                                <a16:creationId xmlns:a16="http://schemas.microsoft.com/office/drawing/2014/main" id="{A412BD0D-4777-5B56-36F6-7FE22EE975A0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7071232" y="4820119"/>
                            <a:ext cx="439574" cy="489621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14:m>
                              <m:oMath xmlns:m="http://schemas.openxmlformats.org/officeDocument/2006/math">
                                <m:r>
                                  <a:rPr lang="en-US" sz="8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a14:m>
                            <a:r>
                              <a:rPr lang="en-US" sz="800" b="1" baseline="-25000" dirty="0">
                                <a:latin typeface="Montserrat" pitchFamily="2" charset="77"/>
                              </a:rPr>
                              <a:t>2</a:t>
                            </a:r>
                          </a:p>
                          <a:p>
                            <a:endParaRPr lang="en-US" dirty="0"/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1255" name="TextBox 1254">
                            <a:extLst>
                              <a:ext uri="{FF2B5EF4-FFF2-40B4-BE49-F238E27FC236}">
                                <a16:creationId xmlns:a16="http://schemas.microsoft.com/office/drawing/2014/main" id="{80CB3E61-F078-F8A4-AA15-3877B45C201A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7071232" y="4820119"/>
                            <a:ext cx="439574" cy="489621"/>
                          </a:xfrm>
                          <a:prstGeom prst="rect">
                            <a:avLst/>
                          </a:prstGeom>
                          <a:blipFill>
                            <a:blip r:embed="rId16"/>
                            <a:stretch>
                              <a:fillRect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</p:grpSp>
                <p:grpSp>
                  <p:nvGrpSpPr>
                    <p:cNvPr id="1259" name="Group 1258">
                      <a:extLst>
                        <a:ext uri="{FF2B5EF4-FFF2-40B4-BE49-F238E27FC236}">
                          <a16:creationId xmlns:a16="http://schemas.microsoft.com/office/drawing/2014/main" id="{750769A6-F28C-0E3A-E191-01487868D88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202053" y="5081610"/>
                      <a:ext cx="545668" cy="921982"/>
                      <a:chOff x="6236248" y="5883570"/>
                      <a:chExt cx="545668" cy="921982"/>
                    </a:xfrm>
                  </p:grpSpPr>
                  <p:grpSp>
                    <p:nvGrpSpPr>
                      <p:cNvPr id="1248" name="Group 1247">
                        <a:extLst>
                          <a:ext uri="{FF2B5EF4-FFF2-40B4-BE49-F238E27FC236}">
                            <a16:creationId xmlns:a16="http://schemas.microsoft.com/office/drawing/2014/main" id="{CF303888-3A54-6967-5EE9-1F26A294707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6236248" y="5883570"/>
                        <a:ext cx="511024" cy="418460"/>
                        <a:chOff x="421549" y="3664997"/>
                        <a:chExt cx="753041" cy="796834"/>
                      </a:xfrm>
                    </p:grpSpPr>
                    <p:sp>
                      <p:nvSpPr>
                        <p:cNvPr id="1249" name="Rectangle 1248">
                          <a:extLst>
                            <a:ext uri="{FF2B5EF4-FFF2-40B4-BE49-F238E27FC236}">
                              <a16:creationId xmlns:a16="http://schemas.microsoft.com/office/drawing/2014/main" id="{91AD568B-EC6E-742D-C98B-19BCADD89D0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25252" y="4029573"/>
                          <a:ext cx="213266" cy="432258"/>
                        </a:xfrm>
                        <a:prstGeom prst="rect">
                          <a:avLst/>
                        </a:prstGeom>
                        <a:solidFill>
                          <a:srgbClr val="94ADFF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cxnSp>
                      <p:nvCxnSpPr>
                        <p:cNvPr id="1250" name="Straight Connector 1249">
                          <a:extLst>
                            <a:ext uri="{FF2B5EF4-FFF2-40B4-BE49-F238E27FC236}">
                              <a16:creationId xmlns:a16="http://schemas.microsoft.com/office/drawing/2014/main" id="{29745D26-63D3-FEEC-8BB2-FE690CC407FC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431074" y="3664997"/>
                          <a:ext cx="0" cy="79683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51" name="Straight Connector 1250">
                          <a:extLst>
                            <a:ext uri="{FF2B5EF4-FFF2-40B4-BE49-F238E27FC236}">
                              <a16:creationId xmlns:a16="http://schemas.microsoft.com/office/drawing/2014/main" id="{D1A50BEC-6E04-7B0E-1A07-2CB03F037348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421549" y="4461831"/>
                          <a:ext cx="753041" cy="0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1252" name="Rectangle 1251">
                          <a:extLst>
                            <a:ext uri="{FF2B5EF4-FFF2-40B4-BE49-F238E27FC236}">
                              <a16:creationId xmlns:a16="http://schemas.microsoft.com/office/drawing/2014/main" id="{95552002-6329-DE89-D8CB-279C666E5EF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95131" y="4207727"/>
                          <a:ext cx="213267" cy="254104"/>
                        </a:xfrm>
                        <a:prstGeom prst="rect">
                          <a:avLst/>
                        </a:prstGeom>
                        <a:solidFill>
                          <a:srgbClr val="0270BD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</p:grpSp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1256" name="TextBox 1255">
                            <a:extLst>
                              <a:ext uri="{FF2B5EF4-FFF2-40B4-BE49-F238E27FC236}">
                                <a16:creationId xmlns:a16="http://schemas.microsoft.com/office/drawing/2014/main" id="{E439E771-3DFD-7099-F54D-596BB95E89DD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342342" y="6315931"/>
                            <a:ext cx="439574" cy="489621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14:m>
                              <m:oMath xmlns:m="http://schemas.openxmlformats.org/officeDocument/2006/math">
                                <m:r>
                                  <a:rPr lang="en-US" sz="8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a14:m>
                            <a:r>
                              <a:rPr lang="en-US" sz="800" b="1" baseline="-25000" dirty="0">
                                <a:latin typeface="Montserrat" pitchFamily="2" charset="77"/>
                              </a:rPr>
                              <a:t>3</a:t>
                            </a:r>
                          </a:p>
                          <a:p>
                            <a:endParaRPr lang="en-US" dirty="0"/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1256" name="TextBox 1255">
                            <a:extLst>
                              <a:ext uri="{FF2B5EF4-FFF2-40B4-BE49-F238E27FC236}">
                                <a16:creationId xmlns:a16="http://schemas.microsoft.com/office/drawing/2014/main" id="{3510C2DA-CB35-6894-245B-2CF49C4EF765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6342342" y="6315931"/>
                            <a:ext cx="439574" cy="489621"/>
                          </a:xfrm>
                          <a:prstGeom prst="rect">
                            <a:avLst/>
                          </a:prstGeom>
                          <a:blipFill>
                            <a:blip r:embed="rId17"/>
                            <a:stretch>
                              <a:fillRect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</p:grpSp>
              </p:grpSp>
            </p:grpSp>
            <p:sp>
              <p:nvSpPr>
                <p:cNvPr id="1286" name="Rectangle 1285">
                  <a:extLst>
                    <a:ext uri="{FF2B5EF4-FFF2-40B4-BE49-F238E27FC236}">
                      <a16:creationId xmlns:a16="http://schemas.microsoft.com/office/drawing/2014/main" id="{BCAF9E05-92B7-1389-61B0-61D76C5C1F6C}"/>
                    </a:ext>
                  </a:extLst>
                </p:cNvPr>
                <p:cNvSpPr/>
                <p:nvPr/>
              </p:nvSpPr>
              <p:spPr>
                <a:xfrm>
                  <a:off x="8888006" y="2251003"/>
                  <a:ext cx="994705" cy="686562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cxnSp>
            <p:nvCxnSpPr>
              <p:cNvPr id="1289" name="Straight Connector 1288">
                <a:extLst>
                  <a:ext uri="{FF2B5EF4-FFF2-40B4-BE49-F238E27FC236}">
                    <a16:creationId xmlns:a16="http://schemas.microsoft.com/office/drawing/2014/main" id="{3FB62A7C-F1B8-8692-16A3-E1BAA48022E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879170" y="2250944"/>
                <a:ext cx="0" cy="652671"/>
              </a:xfrm>
              <a:prstGeom prst="line">
                <a:avLst/>
              </a:prstGeom>
              <a:ln w="38100">
                <a:solidFill>
                  <a:srgbClr val="857A7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2" name="Straight Connector 1291">
                <a:extLst>
                  <a:ext uri="{FF2B5EF4-FFF2-40B4-BE49-F238E27FC236}">
                    <a16:creationId xmlns:a16="http://schemas.microsoft.com/office/drawing/2014/main" id="{754FEF19-55F6-705E-5265-27A598B585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60120" y="2250944"/>
                <a:ext cx="849030" cy="0"/>
              </a:xfrm>
              <a:prstGeom prst="line">
                <a:avLst/>
              </a:prstGeom>
              <a:ln w="38100">
                <a:solidFill>
                  <a:srgbClr val="857A7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99" name="TextBox 1298">
              <a:extLst>
                <a:ext uri="{FF2B5EF4-FFF2-40B4-BE49-F238E27FC236}">
                  <a16:creationId xmlns:a16="http://schemas.microsoft.com/office/drawing/2014/main" id="{8BBF677D-8C14-4572-A60E-8AF12EBA528A}"/>
                </a:ext>
              </a:extLst>
            </p:cNvPr>
            <p:cNvSpPr txBox="1"/>
            <p:nvPr/>
          </p:nvSpPr>
          <p:spPr>
            <a:xfrm>
              <a:off x="7421601" y="3049945"/>
              <a:ext cx="268228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latin typeface="Calibri" panose="020F0502020204030204" pitchFamily="34" charset="0"/>
                  <a:cs typeface="Calibri" panose="020F0502020204030204" pitchFamily="34" charset="0"/>
                </a:rPr>
                <a:t>f) </a:t>
              </a:r>
              <a:r>
                <a:rPr 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Policy Network (</a:t>
              </a:r>
              <a:r>
                <a:rPr lang="el-GR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π</a:t>
              </a:r>
              <a:r>
                <a:rPr lang="el-GR" sz="1400" baseline="-25000" dirty="0">
                  <a:latin typeface="Calibri" panose="020F0502020204030204" pitchFamily="34" charset="0"/>
                  <a:cs typeface="Calibri" panose="020F0502020204030204" pitchFamily="34" charset="0"/>
                </a:rPr>
                <a:t>θ</a:t>
              </a:r>
              <a:r>
                <a:rPr 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) with Probability Distribution</a:t>
              </a:r>
            </a:p>
          </p:txBody>
        </p:sp>
      </p:grpSp>
      <p:grpSp>
        <p:nvGrpSpPr>
          <p:cNvPr id="1410" name="Group 1409">
            <a:extLst>
              <a:ext uri="{FF2B5EF4-FFF2-40B4-BE49-F238E27FC236}">
                <a16:creationId xmlns:a16="http://schemas.microsoft.com/office/drawing/2014/main" id="{F065936B-25BA-8E8E-91B6-67F2517668A6}"/>
              </a:ext>
            </a:extLst>
          </p:cNvPr>
          <p:cNvGrpSpPr/>
          <p:nvPr/>
        </p:nvGrpSpPr>
        <p:grpSpPr>
          <a:xfrm>
            <a:off x="15646922" y="3359924"/>
            <a:ext cx="2194103" cy="1437166"/>
            <a:chOff x="12754449" y="2143422"/>
            <a:chExt cx="2194103" cy="1437166"/>
          </a:xfrm>
        </p:grpSpPr>
        <p:grpSp>
          <p:nvGrpSpPr>
            <p:cNvPr id="1355" name="Group 1354">
              <a:extLst>
                <a:ext uri="{FF2B5EF4-FFF2-40B4-BE49-F238E27FC236}">
                  <a16:creationId xmlns:a16="http://schemas.microsoft.com/office/drawing/2014/main" id="{117EEB30-FA24-F075-D677-8E64EC41AE79}"/>
                </a:ext>
              </a:extLst>
            </p:cNvPr>
            <p:cNvGrpSpPr/>
            <p:nvPr/>
          </p:nvGrpSpPr>
          <p:grpSpPr>
            <a:xfrm>
              <a:off x="13315078" y="2143422"/>
              <a:ext cx="1422207" cy="992993"/>
              <a:chOff x="3034314" y="4712213"/>
              <a:chExt cx="1422207" cy="992993"/>
            </a:xfrm>
          </p:grpSpPr>
          <p:sp>
            <p:nvSpPr>
              <p:cNvPr id="1351" name="Rectangle 1350">
                <a:extLst>
                  <a:ext uri="{FF2B5EF4-FFF2-40B4-BE49-F238E27FC236}">
                    <a16:creationId xmlns:a16="http://schemas.microsoft.com/office/drawing/2014/main" id="{636FAB17-A52D-999E-8B72-36AA5E51E011}"/>
                  </a:ext>
                </a:extLst>
              </p:cNvPr>
              <p:cNvSpPr/>
              <p:nvPr/>
            </p:nvSpPr>
            <p:spPr>
              <a:xfrm>
                <a:off x="3034314" y="4986749"/>
                <a:ext cx="770219" cy="718457"/>
              </a:xfrm>
              <a:prstGeom prst="rect">
                <a:avLst/>
              </a:prstGeom>
              <a:solidFill>
                <a:srgbClr val="0270BD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52" name="Parallelogram 1351">
                <a:extLst>
                  <a:ext uri="{FF2B5EF4-FFF2-40B4-BE49-F238E27FC236}">
                    <a16:creationId xmlns:a16="http://schemas.microsoft.com/office/drawing/2014/main" id="{73892056-2DFF-2D5D-357E-4CAB3FCDFE70}"/>
                  </a:ext>
                </a:extLst>
              </p:cNvPr>
              <p:cNvSpPr/>
              <p:nvPr/>
            </p:nvSpPr>
            <p:spPr>
              <a:xfrm>
                <a:off x="3055647" y="4712213"/>
                <a:ext cx="1119908" cy="261284"/>
              </a:xfrm>
              <a:prstGeom prst="parallelogram">
                <a:avLst>
                  <a:gd name="adj" fmla="val 146476"/>
                </a:avLst>
              </a:prstGeom>
              <a:solidFill>
                <a:srgbClr val="B5E3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54" name="Parallelogram 1353">
                <a:extLst>
                  <a:ext uri="{FF2B5EF4-FFF2-40B4-BE49-F238E27FC236}">
                    <a16:creationId xmlns:a16="http://schemas.microsoft.com/office/drawing/2014/main" id="{C976EC9E-8D0C-7D87-9095-96B60F898036}"/>
                  </a:ext>
                </a:extLst>
              </p:cNvPr>
              <p:cNvSpPr/>
              <p:nvPr/>
            </p:nvSpPr>
            <p:spPr>
              <a:xfrm rot="8564742">
                <a:off x="3582560" y="4940699"/>
                <a:ext cx="873961" cy="536021"/>
              </a:xfrm>
              <a:prstGeom prst="parallelogram">
                <a:avLst>
                  <a:gd name="adj" fmla="val 80584"/>
                </a:avLst>
              </a:prstGeom>
              <a:solidFill>
                <a:srgbClr val="409FC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362" name="TextBox 1361">
              <a:extLst>
                <a:ext uri="{FF2B5EF4-FFF2-40B4-BE49-F238E27FC236}">
                  <a16:creationId xmlns:a16="http://schemas.microsoft.com/office/drawing/2014/main" id="{E558E80A-7F1E-5F8E-DB7E-4878A94ED7F2}"/>
                </a:ext>
              </a:extLst>
            </p:cNvPr>
            <p:cNvSpPr txBox="1"/>
            <p:nvPr/>
          </p:nvSpPr>
          <p:spPr>
            <a:xfrm>
              <a:off x="12754449" y="3272811"/>
              <a:ext cx="219410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latin typeface="Calibri" panose="020F0502020204030204" pitchFamily="34" charset="0"/>
                  <a:cs typeface="Calibri" panose="020F0502020204030204" pitchFamily="34" charset="0"/>
                </a:rPr>
                <a:t>h) </a:t>
              </a:r>
              <a:r>
                <a:rPr 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CDCL SAT Solver</a:t>
              </a:r>
            </a:p>
          </p:txBody>
        </p:sp>
      </p:grpSp>
      <p:grpSp>
        <p:nvGrpSpPr>
          <p:cNvPr id="1409" name="Group 1408">
            <a:extLst>
              <a:ext uri="{FF2B5EF4-FFF2-40B4-BE49-F238E27FC236}">
                <a16:creationId xmlns:a16="http://schemas.microsoft.com/office/drawing/2014/main" id="{A1D246BE-62FB-B7CE-F5A9-95F5B086CEE1}"/>
              </a:ext>
            </a:extLst>
          </p:cNvPr>
          <p:cNvGrpSpPr/>
          <p:nvPr/>
        </p:nvGrpSpPr>
        <p:grpSpPr>
          <a:xfrm>
            <a:off x="15110097" y="1256988"/>
            <a:ext cx="4197409" cy="1179072"/>
            <a:chOff x="10722942" y="457761"/>
            <a:chExt cx="4197409" cy="1179072"/>
          </a:xfrm>
        </p:grpSpPr>
        <p:grpSp>
          <p:nvGrpSpPr>
            <p:cNvPr id="1405" name="Group 1404">
              <a:extLst>
                <a:ext uri="{FF2B5EF4-FFF2-40B4-BE49-F238E27FC236}">
                  <a16:creationId xmlns:a16="http://schemas.microsoft.com/office/drawing/2014/main" id="{1F87CC22-7303-0D84-6838-CB66AB52BCE9}"/>
                </a:ext>
              </a:extLst>
            </p:cNvPr>
            <p:cNvGrpSpPr/>
            <p:nvPr/>
          </p:nvGrpSpPr>
          <p:grpSpPr>
            <a:xfrm>
              <a:off x="10722942" y="457761"/>
              <a:ext cx="3314246" cy="1179072"/>
              <a:chOff x="10928547" y="379708"/>
              <a:chExt cx="3314246" cy="1179072"/>
            </a:xfrm>
          </p:grpSpPr>
          <p:grpSp>
            <p:nvGrpSpPr>
              <p:cNvPr id="1366" name="Group 1365">
                <a:extLst>
                  <a:ext uri="{FF2B5EF4-FFF2-40B4-BE49-F238E27FC236}">
                    <a16:creationId xmlns:a16="http://schemas.microsoft.com/office/drawing/2014/main" id="{85A370BF-C887-EE46-01E4-506E996A3114}"/>
                  </a:ext>
                </a:extLst>
              </p:cNvPr>
              <p:cNvGrpSpPr/>
              <p:nvPr/>
            </p:nvGrpSpPr>
            <p:grpSpPr>
              <a:xfrm>
                <a:off x="10928548" y="379708"/>
                <a:ext cx="3314245" cy="346608"/>
                <a:chOff x="10964564" y="323171"/>
                <a:chExt cx="3314245" cy="346608"/>
              </a:xfrm>
            </p:grpSpPr>
            <p:sp>
              <p:nvSpPr>
                <p:cNvPr id="1364" name="Rounded Rectangle 1363">
                  <a:extLst>
                    <a:ext uri="{FF2B5EF4-FFF2-40B4-BE49-F238E27FC236}">
                      <a16:creationId xmlns:a16="http://schemas.microsoft.com/office/drawing/2014/main" id="{C04F2714-754A-9EA2-9E8E-60CDD005EF77}"/>
                    </a:ext>
                  </a:extLst>
                </p:cNvPr>
                <p:cNvSpPr/>
                <p:nvPr/>
              </p:nvSpPr>
              <p:spPr>
                <a:xfrm>
                  <a:off x="10964564" y="331225"/>
                  <a:ext cx="2113183" cy="338554"/>
                </a:xfrm>
                <a:prstGeom prst="roundRect">
                  <a:avLst>
                    <a:gd name="adj" fmla="val 0"/>
                  </a:avLst>
                </a:prstGeom>
                <a:solidFill>
                  <a:srgbClr val="F2F2F2"/>
                </a:solidFill>
                <a:ln w="38100">
                  <a:solidFill>
                    <a:srgbClr val="857A7B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363" name="TextBox 1362">
                  <a:extLst>
                    <a:ext uri="{FF2B5EF4-FFF2-40B4-BE49-F238E27FC236}">
                      <a16:creationId xmlns:a16="http://schemas.microsoft.com/office/drawing/2014/main" id="{30CE1435-8F7F-BC5A-2345-9B4C99A3C2CF}"/>
                    </a:ext>
                  </a:extLst>
                </p:cNvPr>
                <p:cNvSpPr txBox="1"/>
                <p:nvPr/>
              </p:nvSpPr>
              <p:spPr>
                <a:xfrm>
                  <a:off x="11345465" y="323171"/>
                  <a:ext cx="2933344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b="1" dirty="0"/>
                    <a:t>Observation</a:t>
                  </a:r>
                </a:p>
              </p:txBody>
            </p:sp>
          </p:grpSp>
          <p:sp>
            <p:nvSpPr>
              <p:cNvPr id="1404" name="Rounded Rectangle 1403">
                <a:extLst>
                  <a:ext uri="{FF2B5EF4-FFF2-40B4-BE49-F238E27FC236}">
                    <a16:creationId xmlns:a16="http://schemas.microsoft.com/office/drawing/2014/main" id="{57BDC7C8-2EFC-73AD-C604-4AB00B0472DE}"/>
                  </a:ext>
                </a:extLst>
              </p:cNvPr>
              <p:cNvSpPr/>
              <p:nvPr/>
            </p:nvSpPr>
            <p:spPr>
              <a:xfrm>
                <a:off x="10928547" y="743806"/>
                <a:ext cx="2113183" cy="814974"/>
              </a:xfrm>
              <a:prstGeom prst="roundRect">
                <a:avLst>
                  <a:gd name="adj" fmla="val 0"/>
                </a:avLst>
              </a:prstGeom>
              <a:solidFill>
                <a:srgbClr val="857A7B"/>
              </a:solidFill>
              <a:ln w="38100">
                <a:solidFill>
                  <a:srgbClr val="857A7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01" name="Rectangle 1400">
                <a:extLst>
                  <a:ext uri="{FF2B5EF4-FFF2-40B4-BE49-F238E27FC236}">
                    <a16:creationId xmlns:a16="http://schemas.microsoft.com/office/drawing/2014/main" id="{B045F594-DFA3-BE2C-5F21-95BD4B05A72F}"/>
                  </a:ext>
                </a:extLst>
              </p:cNvPr>
              <p:cNvSpPr/>
              <p:nvPr/>
            </p:nvSpPr>
            <p:spPr>
              <a:xfrm>
                <a:off x="10966891" y="766712"/>
                <a:ext cx="2040713" cy="755864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F0F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402" name="Group 1401">
                <a:extLst>
                  <a:ext uri="{FF2B5EF4-FFF2-40B4-BE49-F238E27FC236}">
                    <a16:creationId xmlns:a16="http://schemas.microsoft.com/office/drawing/2014/main" id="{D05D34C5-F047-8532-05DA-653FE410E6B8}"/>
                  </a:ext>
                </a:extLst>
              </p:cNvPr>
              <p:cNvGrpSpPr/>
              <p:nvPr/>
            </p:nvGrpSpPr>
            <p:grpSpPr>
              <a:xfrm>
                <a:off x="11159872" y="931390"/>
                <a:ext cx="606154" cy="339092"/>
                <a:chOff x="11642200" y="1432653"/>
                <a:chExt cx="606154" cy="339092"/>
              </a:xfrm>
            </p:grpSpPr>
            <p:sp>
              <p:nvSpPr>
                <p:cNvPr id="1368" name="Rounded Rectangle 1367">
                  <a:extLst>
                    <a:ext uri="{FF2B5EF4-FFF2-40B4-BE49-F238E27FC236}">
                      <a16:creationId xmlns:a16="http://schemas.microsoft.com/office/drawing/2014/main" id="{755B5018-AF3F-F72B-EB14-93B30794EF51}"/>
                    </a:ext>
                  </a:extLst>
                </p:cNvPr>
                <p:cNvSpPr/>
                <p:nvPr/>
              </p:nvSpPr>
              <p:spPr>
                <a:xfrm>
                  <a:off x="11642200" y="1433191"/>
                  <a:ext cx="606154" cy="338554"/>
                </a:xfrm>
                <a:prstGeom prst="roundRect">
                  <a:avLst>
                    <a:gd name="adj" fmla="val 0"/>
                  </a:avLst>
                </a:prstGeom>
                <a:solidFill>
                  <a:srgbClr val="F2F2F2"/>
                </a:solidFill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pic>
              <p:nvPicPr>
                <p:cNvPr id="1374" name="Picture 11" descr="Icon Free Eye PNG Transparent Background, Free Download #9665 - FreeIconsPNG">
                  <a:hlinkClick r:id="rId18"/>
                  <a:extLst>
                    <a:ext uri="{FF2B5EF4-FFF2-40B4-BE49-F238E27FC236}">
                      <a16:creationId xmlns:a16="http://schemas.microsoft.com/office/drawing/2014/main" id="{15EE9FA6-BEDE-DE2D-CB7F-E24D8C65B2D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1766613" y="1432653"/>
                  <a:ext cx="338554" cy="33855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1403" name="Group 1402">
                <a:extLst>
                  <a:ext uri="{FF2B5EF4-FFF2-40B4-BE49-F238E27FC236}">
                    <a16:creationId xmlns:a16="http://schemas.microsoft.com/office/drawing/2014/main" id="{77D9A43F-BCEA-95A1-BF83-2D68E4F3107C}"/>
                  </a:ext>
                </a:extLst>
              </p:cNvPr>
              <p:cNvGrpSpPr/>
              <p:nvPr/>
            </p:nvGrpSpPr>
            <p:grpSpPr>
              <a:xfrm>
                <a:off x="12186901" y="889558"/>
                <a:ext cx="606154" cy="369332"/>
                <a:chOff x="12527899" y="1401947"/>
                <a:chExt cx="606154" cy="369332"/>
              </a:xfrm>
            </p:grpSpPr>
            <p:sp>
              <p:nvSpPr>
                <p:cNvPr id="1370" name="Rounded Rectangle 1369">
                  <a:extLst>
                    <a:ext uri="{FF2B5EF4-FFF2-40B4-BE49-F238E27FC236}">
                      <a16:creationId xmlns:a16="http://schemas.microsoft.com/office/drawing/2014/main" id="{B5552F9D-83FE-6CA2-E67D-CE6A38621723}"/>
                    </a:ext>
                  </a:extLst>
                </p:cNvPr>
                <p:cNvSpPr/>
                <p:nvPr/>
              </p:nvSpPr>
              <p:spPr>
                <a:xfrm>
                  <a:off x="12527899" y="1432653"/>
                  <a:ext cx="606154" cy="338554"/>
                </a:xfrm>
                <a:prstGeom prst="roundRect">
                  <a:avLst>
                    <a:gd name="adj" fmla="val 0"/>
                  </a:avLst>
                </a:prstGeom>
                <a:solidFill>
                  <a:srgbClr val="F2F2F2"/>
                </a:solidFill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pic>
              <p:nvPicPr>
                <p:cNvPr id="1377" name="Picture 14" descr="Star Icon PNGs for Free Download">
                  <a:hlinkClick r:id="rId20"/>
                  <a:extLst>
                    <a:ext uri="{FF2B5EF4-FFF2-40B4-BE49-F238E27FC236}">
                      <a16:creationId xmlns:a16="http://schemas.microsoft.com/office/drawing/2014/main" id="{9AFE2B33-38CF-4983-FB91-A27C1882DCB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2641246" y="1401947"/>
                  <a:ext cx="369332" cy="36933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  <p:sp>
          <p:nvSpPr>
            <p:cNvPr id="1407" name="TextBox 1406">
              <a:extLst>
                <a:ext uri="{FF2B5EF4-FFF2-40B4-BE49-F238E27FC236}">
                  <a16:creationId xmlns:a16="http://schemas.microsoft.com/office/drawing/2014/main" id="{2718E681-1A58-0624-6AE9-D4D9976B6696}"/>
                </a:ext>
              </a:extLst>
            </p:cNvPr>
            <p:cNvSpPr txBox="1"/>
            <p:nvPr/>
          </p:nvSpPr>
          <p:spPr>
            <a:xfrm>
              <a:off x="10991103" y="1354408"/>
              <a:ext cx="2933344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000" b="1" dirty="0">
                  <a:latin typeface="Calibri" panose="020F0502020204030204" pitchFamily="34" charset="0"/>
                  <a:cs typeface="Calibri" panose="020F0502020204030204" pitchFamily="34" charset="0"/>
                </a:rPr>
                <a:t>State</a:t>
              </a:r>
            </a:p>
          </p:txBody>
        </p:sp>
        <p:sp>
          <p:nvSpPr>
            <p:cNvPr id="1408" name="TextBox 1407">
              <a:extLst>
                <a:ext uri="{FF2B5EF4-FFF2-40B4-BE49-F238E27FC236}">
                  <a16:creationId xmlns:a16="http://schemas.microsoft.com/office/drawing/2014/main" id="{7B95F068-BE12-8E61-E8DD-0EF20468AFB6}"/>
                </a:ext>
              </a:extLst>
            </p:cNvPr>
            <p:cNvSpPr txBox="1"/>
            <p:nvPr/>
          </p:nvSpPr>
          <p:spPr>
            <a:xfrm>
              <a:off x="11987007" y="1356933"/>
              <a:ext cx="2933344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000" b="1" dirty="0">
                  <a:latin typeface="Calibri" panose="020F0502020204030204" pitchFamily="34" charset="0"/>
                  <a:cs typeface="Calibri" panose="020F0502020204030204" pitchFamily="34" charset="0"/>
                </a:rPr>
                <a:t>Reward</a:t>
              </a:r>
            </a:p>
          </p:txBody>
        </p:sp>
      </p:grpSp>
      <p:grpSp>
        <p:nvGrpSpPr>
          <p:cNvPr id="1428" name="Group 1427">
            <a:extLst>
              <a:ext uri="{FF2B5EF4-FFF2-40B4-BE49-F238E27FC236}">
                <a16:creationId xmlns:a16="http://schemas.microsoft.com/office/drawing/2014/main" id="{DA042FFA-00EE-61AD-026C-5275814BCC13}"/>
              </a:ext>
            </a:extLst>
          </p:cNvPr>
          <p:cNvGrpSpPr/>
          <p:nvPr/>
        </p:nvGrpSpPr>
        <p:grpSpPr>
          <a:xfrm>
            <a:off x="13242431" y="2966548"/>
            <a:ext cx="3813642" cy="2846480"/>
            <a:chOff x="15972352" y="3365030"/>
            <a:chExt cx="3813642" cy="2846480"/>
          </a:xfrm>
        </p:grpSpPr>
        <p:grpSp>
          <p:nvGrpSpPr>
            <p:cNvPr id="1414" name="Group 1413">
              <a:extLst>
                <a:ext uri="{FF2B5EF4-FFF2-40B4-BE49-F238E27FC236}">
                  <a16:creationId xmlns:a16="http://schemas.microsoft.com/office/drawing/2014/main" id="{7BA04B2F-6418-738F-46DE-3E5CC2D53D79}"/>
                </a:ext>
              </a:extLst>
            </p:cNvPr>
            <p:cNvGrpSpPr/>
            <p:nvPr/>
          </p:nvGrpSpPr>
          <p:grpSpPr>
            <a:xfrm>
              <a:off x="16212555" y="3365030"/>
              <a:ext cx="3573439" cy="2234331"/>
              <a:chOff x="10684041" y="382916"/>
              <a:chExt cx="3573439" cy="2234331"/>
            </a:xfrm>
          </p:grpSpPr>
          <p:grpSp>
            <p:nvGrpSpPr>
              <p:cNvPr id="1417" name="Group 1416">
                <a:extLst>
                  <a:ext uri="{FF2B5EF4-FFF2-40B4-BE49-F238E27FC236}">
                    <a16:creationId xmlns:a16="http://schemas.microsoft.com/office/drawing/2014/main" id="{C51DF3AF-0108-6942-7F5B-362F4249658C}"/>
                  </a:ext>
                </a:extLst>
              </p:cNvPr>
              <p:cNvGrpSpPr/>
              <p:nvPr/>
            </p:nvGrpSpPr>
            <p:grpSpPr>
              <a:xfrm>
                <a:off x="10684042" y="382916"/>
                <a:ext cx="3573438" cy="343400"/>
                <a:chOff x="10720058" y="326379"/>
                <a:chExt cx="3573438" cy="343400"/>
              </a:xfrm>
            </p:grpSpPr>
            <p:sp>
              <p:nvSpPr>
                <p:cNvPr id="1426" name="Rounded Rectangle 1425">
                  <a:extLst>
                    <a:ext uri="{FF2B5EF4-FFF2-40B4-BE49-F238E27FC236}">
                      <a16:creationId xmlns:a16="http://schemas.microsoft.com/office/drawing/2014/main" id="{DA87B5D9-02FA-9378-049B-A264E548B495}"/>
                    </a:ext>
                  </a:extLst>
                </p:cNvPr>
                <p:cNvSpPr/>
                <p:nvPr/>
              </p:nvSpPr>
              <p:spPr>
                <a:xfrm>
                  <a:off x="10720058" y="331225"/>
                  <a:ext cx="2113183" cy="338554"/>
                </a:xfrm>
                <a:prstGeom prst="roundRect">
                  <a:avLst>
                    <a:gd name="adj" fmla="val 0"/>
                  </a:avLst>
                </a:prstGeom>
                <a:solidFill>
                  <a:srgbClr val="F2F2F2"/>
                </a:solidFill>
                <a:ln w="38100">
                  <a:solidFill>
                    <a:srgbClr val="857A7B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27" name="TextBox 1426">
                  <a:extLst>
                    <a:ext uri="{FF2B5EF4-FFF2-40B4-BE49-F238E27FC236}">
                      <a16:creationId xmlns:a16="http://schemas.microsoft.com/office/drawing/2014/main" id="{7FDDB422-2C0D-CA5F-15D3-FB0AD008FBD1}"/>
                    </a:ext>
                  </a:extLst>
                </p:cNvPr>
                <p:cNvSpPr txBox="1"/>
                <p:nvPr/>
              </p:nvSpPr>
              <p:spPr>
                <a:xfrm>
                  <a:off x="11360152" y="326379"/>
                  <a:ext cx="2933344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b="1" dirty="0"/>
                    <a:t>Action</a:t>
                  </a:r>
                </a:p>
              </p:txBody>
            </p:sp>
          </p:grpSp>
          <p:sp>
            <p:nvSpPr>
              <p:cNvPr id="1418" name="Rounded Rectangle 1417">
                <a:extLst>
                  <a:ext uri="{FF2B5EF4-FFF2-40B4-BE49-F238E27FC236}">
                    <a16:creationId xmlns:a16="http://schemas.microsoft.com/office/drawing/2014/main" id="{AC1238E8-03A4-C35E-D40C-2F7568BA324D}"/>
                  </a:ext>
                </a:extLst>
              </p:cNvPr>
              <p:cNvSpPr/>
              <p:nvPr/>
            </p:nvSpPr>
            <p:spPr>
              <a:xfrm>
                <a:off x="10684041" y="743805"/>
                <a:ext cx="2113183" cy="1873442"/>
              </a:xfrm>
              <a:prstGeom prst="roundRect">
                <a:avLst>
                  <a:gd name="adj" fmla="val 0"/>
                </a:avLst>
              </a:prstGeom>
              <a:solidFill>
                <a:srgbClr val="857A7B"/>
              </a:solidFill>
              <a:ln w="38100">
                <a:solidFill>
                  <a:srgbClr val="857A7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19" name="Rectangle 1418">
                <a:extLst>
                  <a:ext uri="{FF2B5EF4-FFF2-40B4-BE49-F238E27FC236}">
                    <a16:creationId xmlns:a16="http://schemas.microsoft.com/office/drawing/2014/main" id="{CF08406A-C9AD-9722-BC0D-C3F0EAD2E7AC}"/>
                  </a:ext>
                </a:extLst>
              </p:cNvPr>
              <p:cNvSpPr/>
              <p:nvPr/>
            </p:nvSpPr>
            <p:spPr>
              <a:xfrm>
                <a:off x="10722385" y="766711"/>
                <a:ext cx="2040713" cy="1803107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F0F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411" name="Group 1410">
              <a:extLst>
                <a:ext uri="{FF2B5EF4-FFF2-40B4-BE49-F238E27FC236}">
                  <a16:creationId xmlns:a16="http://schemas.microsoft.com/office/drawing/2014/main" id="{F87B7954-DBD4-C6BA-6E8A-45E94999970A}"/>
                </a:ext>
              </a:extLst>
            </p:cNvPr>
            <p:cNvGrpSpPr/>
            <p:nvPr/>
          </p:nvGrpSpPr>
          <p:grpSpPr>
            <a:xfrm>
              <a:off x="15972352" y="3883349"/>
              <a:ext cx="2682283" cy="2328161"/>
              <a:chOff x="9885692" y="2573598"/>
              <a:chExt cx="2979994" cy="2321287"/>
            </a:xfrm>
          </p:grpSpPr>
          <p:grpSp>
            <p:nvGrpSpPr>
              <p:cNvPr id="1350" name="Group 1349">
                <a:extLst>
                  <a:ext uri="{FF2B5EF4-FFF2-40B4-BE49-F238E27FC236}">
                    <a16:creationId xmlns:a16="http://schemas.microsoft.com/office/drawing/2014/main" id="{0D69D402-DFED-E772-DC91-F0D6639A2160}"/>
                  </a:ext>
                </a:extLst>
              </p:cNvPr>
              <p:cNvGrpSpPr/>
              <p:nvPr/>
            </p:nvGrpSpPr>
            <p:grpSpPr>
              <a:xfrm>
                <a:off x="10331997" y="2573598"/>
                <a:ext cx="2344939" cy="1542808"/>
                <a:chOff x="10933940" y="3021992"/>
                <a:chExt cx="2344939" cy="1542808"/>
              </a:xfrm>
            </p:grpSpPr>
            <p:grpSp>
              <p:nvGrpSpPr>
                <p:cNvPr id="1347" name="Group 1346">
                  <a:extLst>
                    <a:ext uri="{FF2B5EF4-FFF2-40B4-BE49-F238E27FC236}">
                      <a16:creationId xmlns:a16="http://schemas.microsoft.com/office/drawing/2014/main" id="{7AE25769-C146-5009-BF1D-47B94DD671E6}"/>
                    </a:ext>
                  </a:extLst>
                </p:cNvPr>
                <p:cNvGrpSpPr/>
                <p:nvPr/>
              </p:nvGrpSpPr>
              <p:grpSpPr>
                <a:xfrm>
                  <a:off x="10933940" y="3021992"/>
                  <a:ext cx="1975236" cy="597086"/>
                  <a:chOff x="10933940" y="3021992"/>
                  <a:chExt cx="1975236" cy="597086"/>
                </a:xfrm>
              </p:grpSpPr>
              <p:sp>
                <p:nvSpPr>
                  <p:cNvPr id="1302" name="Rounded Rectangle 1301">
                    <a:extLst>
                      <a:ext uri="{FF2B5EF4-FFF2-40B4-BE49-F238E27FC236}">
                        <a16:creationId xmlns:a16="http://schemas.microsoft.com/office/drawing/2014/main" id="{BB6F0A76-E0D7-F656-9ACA-40098D822E23}"/>
                      </a:ext>
                    </a:extLst>
                  </p:cNvPr>
                  <p:cNvSpPr/>
                  <p:nvPr/>
                </p:nvSpPr>
                <p:spPr>
                  <a:xfrm>
                    <a:off x="10933940" y="3021992"/>
                    <a:ext cx="1975236" cy="338554"/>
                  </a:xfrm>
                  <a:prstGeom prst="roundRect">
                    <a:avLst/>
                  </a:prstGeom>
                  <a:solidFill>
                    <a:srgbClr val="F2F2F2"/>
                  </a:solidFill>
                  <a:ln w="381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303" name="TextBox 1302">
                    <a:extLst>
                      <a:ext uri="{FF2B5EF4-FFF2-40B4-BE49-F238E27FC236}">
                        <a16:creationId xmlns:a16="http://schemas.microsoft.com/office/drawing/2014/main" id="{15B99961-7578-047E-2DA5-8FF8CAD80EFD}"/>
                      </a:ext>
                    </a:extLst>
                  </p:cNvPr>
                  <p:cNvSpPr txBox="1"/>
                  <p:nvPr/>
                </p:nvSpPr>
                <p:spPr>
                  <a:xfrm>
                    <a:off x="11289889" y="3036030"/>
                    <a:ext cx="1327352" cy="58304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400" b="1" dirty="0"/>
                      <a:t>x̂ ~ </a:t>
                    </a:r>
                    <a:r>
                      <a:rPr lang="el-GR" sz="1400" b="1" dirty="0"/>
                      <a:t>π</a:t>
                    </a:r>
                    <a:r>
                      <a:rPr lang="el-GR" sz="1400" b="1" baseline="-25000" dirty="0"/>
                      <a:t>θ</a:t>
                    </a:r>
                    <a:r>
                      <a:rPr lang="el-GR" sz="1400" b="1" dirty="0"/>
                      <a:t>(</a:t>
                    </a:r>
                    <a:r>
                      <a:rPr lang="en-US" sz="1400" b="1" dirty="0"/>
                      <a:t>aₜ | sₜ)</a:t>
                    </a:r>
                  </a:p>
                  <a:p>
                    <a:endParaRPr lang="en-US" dirty="0"/>
                  </a:p>
                </p:txBody>
              </p:sp>
            </p:grpSp>
            <p:grpSp>
              <p:nvGrpSpPr>
                <p:cNvPr id="1349" name="Group 1348">
                  <a:extLst>
                    <a:ext uri="{FF2B5EF4-FFF2-40B4-BE49-F238E27FC236}">
                      <a16:creationId xmlns:a16="http://schemas.microsoft.com/office/drawing/2014/main" id="{C4D24E43-2046-07F2-1BD5-0752A9A70042}"/>
                    </a:ext>
                  </a:extLst>
                </p:cNvPr>
                <p:cNvGrpSpPr/>
                <p:nvPr/>
              </p:nvGrpSpPr>
              <p:grpSpPr>
                <a:xfrm>
                  <a:off x="10961078" y="3356430"/>
                  <a:ext cx="2317801" cy="1208370"/>
                  <a:chOff x="10961078" y="3356430"/>
                  <a:chExt cx="2317801" cy="1208370"/>
                </a:xfrm>
              </p:grpSpPr>
              <p:grpSp>
                <p:nvGrpSpPr>
                  <p:cNvPr id="1348" name="Group 1347">
                    <a:extLst>
                      <a:ext uri="{FF2B5EF4-FFF2-40B4-BE49-F238E27FC236}">
                        <a16:creationId xmlns:a16="http://schemas.microsoft.com/office/drawing/2014/main" id="{3E583C63-5C9E-2A93-153C-B8B35DC09234}"/>
                      </a:ext>
                    </a:extLst>
                  </p:cNvPr>
                  <p:cNvGrpSpPr/>
                  <p:nvPr/>
                </p:nvGrpSpPr>
                <p:grpSpPr>
                  <a:xfrm>
                    <a:off x="11290168" y="3356430"/>
                    <a:ext cx="1328625" cy="726380"/>
                    <a:chOff x="11290168" y="3356430"/>
                    <a:chExt cx="1328625" cy="726380"/>
                  </a:xfrm>
                </p:grpSpPr>
                <p:cxnSp>
                  <p:nvCxnSpPr>
                    <p:cNvPr id="1316" name="Straight Connector 1315">
                      <a:extLst>
                        <a:ext uri="{FF2B5EF4-FFF2-40B4-BE49-F238E27FC236}">
                          <a16:creationId xmlns:a16="http://schemas.microsoft.com/office/drawing/2014/main" id="{C7D2FDFB-A2C4-6631-329B-6DFE14FB9F5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1479301" y="3360546"/>
                      <a:ext cx="190678" cy="347003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18" name="Straight Connector 1317">
                      <a:extLst>
                        <a:ext uri="{FF2B5EF4-FFF2-40B4-BE49-F238E27FC236}">
                          <a16:creationId xmlns:a16="http://schemas.microsoft.com/office/drawing/2014/main" id="{E4BAC9D4-9419-8960-4F4C-5644E477392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2124544" y="3356430"/>
                      <a:ext cx="245334" cy="323609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1307" name="Group 1306">
                      <a:extLst>
                        <a:ext uri="{FF2B5EF4-FFF2-40B4-BE49-F238E27FC236}">
                          <a16:creationId xmlns:a16="http://schemas.microsoft.com/office/drawing/2014/main" id="{D62B2AE3-1519-0B21-A1A0-9ED287A1FF8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1325903" y="3572642"/>
                      <a:ext cx="342526" cy="276999"/>
                      <a:chOff x="5809129" y="4189456"/>
                      <a:chExt cx="540545" cy="478214"/>
                    </a:xfrm>
                  </p:grpSpPr>
                  <p:sp>
                    <p:nvSpPr>
                      <p:cNvPr id="1304" name="Rectangle 1303">
                        <a:extLst>
                          <a:ext uri="{FF2B5EF4-FFF2-40B4-BE49-F238E27FC236}">
                            <a16:creationId xmlns:a16="http://schemas.microsoft.com/office/drawing/2014/main" id="{3C9E64DA-76CE-8A45-9BC6-09E903BAAB0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09129" y="4231341"/>
                        <a:ext cx="484095" cy="394447"/>
                      </a:xfrm>
                      <a:prstGeom prst="rect">
                        <a:avLst/>
                      </a:prstGeom>
                      <a:solidFill>
                        <a:srgbClr val="B5E3FF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306" name="TextBox 1305">
                        <a:extLst>
                          <a:ext uri="{FF2B5EF4-FFF2-40B4-BE49-F238E27FC236}">
                            <a16:creationId xmlns:a16="http://schemas.microsoft.com/office/drawing/2014/main" id="{5101C78D-1283-07F9-DDEB-9778E3E3753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846116" y="4189456"/>
                        <a:ext cx="503558" cy="47821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r>
                          <a:rPr lang="en-US" sz="1200" b="1" dirty="0"/>
                          <a:t>x̂ </a:t>
                        </a:r>
                        <a:endParaRPr lang="en-US" sz="1200" dirty="0"/>
                      </a:p>
                    </p:txBody>
                  </p:sp>
                </p:grpSp>
                <p:grpSp>
                  <p:nvGrpSpPr>
                    <p:cNvPr id="1314" name="Group 1313">
                      <a:extLst>
                        <a:ext uri="{FF2B5EF4-FFF2-40B4-BE49-F238E27FC236}">
                          <a16:creationId xmlns:a16="http://schemas.microsoft.com/office/drawing/2014/main" id="{A5458D06-A75F-82C5-D82F-AA96D65C4BC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2069037" y="3567759"/>
                      <a:ext cx="498778" cy="285473"/>
                      <a:chOff x="11064365" y="3857369"/>
                      <a:chExt cx="498778" cy="285473"/>
                    </a:xfrm>
                  </p:grpSpPr>
                  <p:sp>
                    <p:nvSpPr>
                      <p:cNvPr id="1309" name="Rectangle 1308">
                        <a:extLst>
                          <a:ext uri="{FF2B5EF4-FFF2-40B4-BE49-F238E27FC236}">
                            <a16:creationId xmlns:a16="http://schemas.microsoft.com/office/drawing/2014/main" id="{01A58195-B542-B151-0FBA-E142E8C9F8B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89408" y="3882920"/>
                        <a:ext cx="306757" cy="228478"/>
                      </a:xfrm>
                      <a:prstGeom prst="rect">
                        <a:avLst/>
                      </a:prstGeom>
                      <a:solidFill>
                        <a:srgbClr val="B08BE7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grpSp>
                    <p:nvGrpSpPr>
                      <p:cNvPr id="1313" name="Group 1312">
                        <a:extLst>
                          <a:ext uri="{FF2B5EF4-FFF2-40B4-BE49-F238E27FC236}">
                            <a16:creationId xmlns:a16="http://schemas.microsoft.com/office/drawing/2014/main" id="{27576925-3234-5744-05D2-C1B10B2CA36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1064365" y="3857369"/>
                        <a:ext cx="498778" cy="285473"/>
                        <a:chOff x="10704439" y="3732771"/>
                        <a:chExt cx="498778" cy="285473"/>
                      </a:xfrm>
                    </p:grpSpPr>
                    <mc:AlternateContent xmlns:mc="http://schemas.openxmlformats.org/markup-compatibility/2006" xmlns:a14="http://schemas.microsoft.com/office/drawing/2010/main">
                      <mc:Choice Requires="a14">
                        <p:sp>
                          <p:nvSpPr>
                            <p:cNvPr id="1311" name="TextBox 1310">
                              <a:extLst>
                                <a:ext uri="{FF2B5EF4-FFF2-40B4-BE49-F238E27FC236}">
                                  <a16:creationId xmlns:a16="http://schemas.microsoft.com/office/drawing/2014/main" id="{A7E658DD-97F9-09BC-D45D-A57E7DDBEA3D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0704439" y="3741245"/>
                              <a:ext cx="444500" cy="276999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/>
                              <a14:m>
                                <m:oMathPara xmlns:m="http://schemas.openxmlformats.org/officeDocument/2006/math">
                                  <m:oMathParaPr>
                                    <m:jc m:val="centerGroup"/>
                                  </m:oMathParaPr>
                                  <m:oMath xmlns:m="http://schemas.openxmlformats.org/officeDocument/2006/math">
                                    <m:r>
                                      <m:rPr>
                                        <m:nor/>
                                      </m:rPr>
                                      <a:rPr lang="en-US" sz="1200"/>
                                      <m:t>¬</m:t>
                                    </m:r>
                                  </m:oMath>
                                </m:oMathPara>
                              </a14:m>
                              <a:endParaRPr lang="en-US" sz="1200" dirty="0"/>
                            </a:p>
                          </p:txBody>
                        </p:sp>
                      </mc:Choice>
                      <mc:Fallback xmlns="">
                        <p:sp>
                          <p:nvSpPr>
                            <p:cNvPr id="1311" name="TextBox 1310">
                              <a:extLst>
                                <a:ext uri="{FF2B5EF4-FFF2-40B4-BE49-F238E27FC236}">
                                  <a16:creationId xmlns:a16="http://schemas.microsoft.com/office/drawing/2014/main" id="{24A9ED28-B475-F42C-CEDE-E73A4A469E80}"/>
                                </a:ext>
                              </a:extLst>
                            </p:cNvPr>
                            <p:cNvSpPr txBox="1">
                              <a:spLocks noRot="1" noChangeAspect="1" noMove="1" noResize="1" noEditPoints="1" noAdjustHandles="1" noChangeArrowheads="1" noChangeShapeType="1" noTextEdit="1"/>
                            </p:cNvSpPr>
                            <p:nvPr/>
                          </p:nvSpPr>
                          <p:spPr>
                            <a:xfrm>
                              <a:off x="10704439" y="3741245"/>
                              <a:ext cx="444500" cy="276999"/>
                            </a:xfrm>
                            <a:prstGeom prst="rect">
                              <a:avLst/>
                            </a:prstGeom>
                            <a:blipFill>
                              <a:blip r:embed="rId22"/>
                              <a:stretch>
                                <a:fillRect/>
                              </a:stretch>
                            </a:blipFill>
                          </p:spPr>
                          <p:txBody>
                            <a:bodyPr/>
                            <a:lstStyle/>
                            <a:p>
                              <a:r>
                                <a:rPr lang="en-US">
                                  <a:noFill/>
                                </a:rPr>
                                <a:t> </a:t>
                              </a:r>
                            </a:p>
                          </p:txBody>
                        </p:sp>
                      </mc:Fallback>
                    </mc:AlternateContent>
                    <p:sp>
                      <p:nvSpPr>
                        <p:cNvPr id="1312" name="TextBox 1311">
                          <a:extLst>
                            <a:ext uri="{FF2B5EF4-FFF2-40B4-BE49-F238E27FC236}">
                              <a16:creationId xmlns:a16="http://schemas.microsoft.com/office/drawing/2014/main" id="{E5FACD41-F561-1051-C1B6-7BE8975AA4E2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0884127" y="3732771"/>
                          <a:ext cx="319090" cy="276999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>
                          <a:spAutoFit/>
                        </a:bodyPr>
                        <a:lstStyle/>
                        <a:p>
                          <a:r>
                            <a:rPr lang="en-US" sz="1200" b="1" dirty="0"/>
                            <a:t>x̂ </a:t>
                          </a:r>
                          <a:endParaRPr lang="en-US" sz="1200" dirty="0"/>
                        </a:p>
                      </p:txBody>
                    </p:sp>
                  </p:grpSp>
                </p:grpSp>
                <p:cxnSp>
                  <p:nvCxnSpPr>
                    <p:cNvPr id="1325" name="Straight Arrow Connector 1324">
                      <a:extLst>
                        <a:ext uri="{FF2B5EF4-FFF2-40B4-BE49-F238E27FC236}">
                          <a16:creationId xmlns:a16="http://schemas.microsoft.com/office/drawing/2014/main" id="{11278671-4063-C4E3-0F7A-2A8A9BDC0FB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1290168" y="3819131"/>
                      <a:ext cx="141500" cy="263679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29" name="Straight Arrow Connector 1328">
                      <a:extLst>
                        <a:ext uri="{FF2B5EF4-FFF2-40B4-BE49-F238E27FC236}">
                          <a16:creationId xmlns:a16="http://schemas.microsoft.com/office/drawing/2014/main" id="{FFE320F4-A02B-07D5-BE98-281EE2AE50C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2431394" y="3822193"/>
                      <a:ext cx="187399" cy="260617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340" name="Group 1339">
                    <a:extLst>
                      <a:ext uri="{FF2B5EF4-FFF2-40B4-BE49-F238E27FC236}">
                        <a16:creationId xmlns:a16="http://schemas.microsoft.com/office/drawing/2014/main" id="{E93724CA-C1D5-DA04-C075-B8B76ADC33AE}"/>
                      </a:ext>
                    </a:extLst>
                  </p:cNvPr>
                  <p:cNvGrpSpPr/>
                  <p:nvPr/>
                </p:nvGrpSpPr>
                <p:grpSpPr>
                  <a:xfrm>
                    <a:off x="10961078" y="4088946"/>
                    <a:ext cx="616648" cy="475854"/>
                    <a:chOff x="10961078" y="4088946"/>
                    <a:chExt cx="616648" cy="475854"/>
                  </a:xfrm>
                </p:grpSpPr>
                <p:sp>
                  <p:nvSpPr>
                    <p:cNvPr id="1321" name="Rounded Rectangle 1320">
                      <a:extLst>
                        <a:ext uri="{FF2B5EF4-FFF2-40B4-BE49-F238E27FC236}">
                          <a16:creationId xmlns:a16="http://schemas.microsoft.com/office/drawing/2014/main" id="{869FF228-3CD5-C278-32EB-6885FD32D5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61078" y="4088946"/>
                      <a:ext cx="616648" cy="317500"/>
                    </a:xfrm>
                    <a:prstGeom prst="roundRect">
                      <a:avLst/>
                    </a:prstGeom>
                    <a:solidFill>
                      <a:srgbClr val="F2F2F2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cxnSp>
                  <p:nvCxnSpPr>
                    <p:cNvPr id="1336" name="Straight Arrow Connector 1335">
                      <a:extLst>
                        <a:ext uri="{FF2B5EF4-FFF2-40B4-BE49-F238E27FC236}">
                          <a16:creationId xmlns:a16="http://schemas.microsoft.com/office/drawing/2014/main" id="{87C60649-9B2E-7D10-8CE5-7575FC6272B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1109600" y="4406446"/>
                      <a:ext cx="63955" cy="158354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38" name="Straight Arrow Connector 1337">
                      <a:extLst>
                        <a:ext uri="{FF2B5EF4-FFF2-40B4-BE49-F238E27FC236}">
                          <a16:creationId xmlns:a16="http://schemas.microsoft.com/office/drawing/2014/main" id="{2DB1A3F9-4B2C-1EB0-260F-DF3183D2534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1322077" y="4406446"/>
                      <a:ext cx="105713" cy="149954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341" name="Group 1340">
                    <a:extLst>
                      <a:ext uri="{FF2B5EF4-FFF2-40B4-BE49-F238E27FC236}">
                        <a16:creationId xmlns:a16="http://schemas.microsoft.com/office/drawing/2014/main" id="{458A6AF7-4E99-C816-1146-5F02012E5293}"/>
                      </a:ext>
                    </a:extLst>
                  </p:cNvPr>
                  <p:cNvGrpSpPr/>
                  <p:nvPr/>
                </p:nvGrpSpPr>
                <p:grpSpPr>
                  <a:xfrm>
                    <a:off x="12292528" y="4088946"/>
                    <a:ext cx="616648" cy="475854"/>
                    <a:chOff x="10961078" y="4088946"/>
                    <a:chExt cx="616648" cy="475854"/>
                  </a:xfrm>
                </p:grpSpPr>
                <p:sp>
                  <p:nvSpPr>
                    <p:cNvPr id="1342" name="Rounded Rectangle 1341">
                      <a:extLst>
                        <a:ext uri="{FF2B5EF4-FFF2-40B4-BE49-F238E27FC236}">
                          <a16:creationId xmlns:a16="http://schemas.microsoft.com/office/drawing/2014/main" id="{89194909-ED03-CA52-CD63-A1E3A887CF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61078" y="4088946"/>
                      <a:ext cx="616648" cy="317500"/>
                    </a:xfrm>
                    <a:prstGeom prst="roundRect">
                      <a:avLst/>
                    </a:prstGeom>
                    <a:solidFill>
                      <a:srgbClr val="F2F2F2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cxnSp>
                  <p:nvCxnSpPr>
                    <p:cNvPr id="1343" name="Straight Arrow Connector 1342">
                      <a:extLst>
                        <a:ext uri="{FF2B5EF4-FFF2-40B4-BE49-F238E27FC236}">
                          <a16:creationId xmlns:a16="http://schemas.microsoft.com/office/drawing/2014/main" id="{65F9CB29-D584-B098-2780-4875079F7D6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1109600" y="4406446"/>
                      <a:ext cx="63955" cy="158354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44" name="Straight Arrow Connector 1343">
                      <a:extLst>
                        <a:ext uri="{FF2B5EF4-FFF2-40B4-BE49-F238E27FC236}">
                          <a16:creationId xmlns:a16="http://schemas.microsoft.com/office/drawing/2014/main" id="{EE07B745-B3D3-D273-493C-53DB1E14EDF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1322077" y="4406446"/>
                      <a:ext cx="105713" cy="149954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345" name="TextBox 1344">
                    <a:extLst>
                      <a:ext uri="{FF2B5EF4-FFF2-40B4-BE49-F238E27FC236}">
                        <a16:creationId xmlns:a16="http://schemas.microsoft.com/office/drawing/2014/main" id="{FBDF3F3D-E4FE-04A2-B468-A84077C6F6B5}"/>
                      </a:ext>
                    </a:extLst>
                  </p:cNvPr>
                  <p:cNvSpPr txBox="1"/>
                  <p:nvPr/>
                </p:nvSpPr>
                <p:spPr>
                  <a:xfrm>
                    <a:off x="11071568" y="4015198"/>
                    <a:ext cx="874643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dirty="0"/>
                      <a:t>...</a:t>
                    </a:r>
                  </a:p>
                </p:txBody>
              </p:sp>
              <p:sp>
                <p:nvSpPr>
                  <p:cNvPr id="1346" name="TextBox 1345">
                    <a:extLst>
                      <a:ext uri="{FF2B5EF4-FFF2-40B4-BE49-F238E27FC236}">
                        <a16:creationId xmlns:a16="http://schemas.microsoft.com/office/drawing/2014/main" id="{E840150F-F7CA-1A27-E688-719B1F087829}"/>
                      </a:ext>
                    </a:extLst>
                  </p:cNvPr>
                  <p:cNvSpPr txBox="1"/>
                  <p:nvPr/>
                </p:nvSpPr>
                <p:spPr>
                  <a:xfrm>
                    <a:off x="12404236" y="4000036"/>
                    <a:ext cx="874643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dirty="0"/>
                      <a:t>...</a:t>
                    </a:r>
                  </a:p>
                </p:txBody>
              </p:sp>
            </p:grpSp>
          </p:grpSp>
          <p:sp>
            <p:nvSpPr>
              <p:cNvPr id="1361" name="TextBox 1360">
                <a:extLst>
                  <a:ext uri="{FF2B5EF4-FFF2-40B4-BE49-F238E27FC236}">
                    <a16:creationId xmlns:a16="http://schemas.microsoft.com/office/drawing/2014/main" id="{17BA1197-67AC-69F0-6744-F28CC730EF88}"/>
                  </a:ext>
                </a:extLst>
              </p:cNvPr>
              <p:cNvSpPr txBox="1"/>
              <p:nvPr/>
            </p:nvSpPr>
            <p:spPr>
              <a:xfrm>
                <a:off x="9885692" y="4373210"/>
                <a:ext cx="2979994" cy="5216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g) </a:t>
                </a:r>
                <a:r>
                  <a:rPr 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Policy-Guided Variable Selection Module</a:t>
                </a:r>
              </a:p>
            </p:txBody>
          </p:sp>
        </p:grpSp>
      </p:grpSp>
      <p:cxnSp>
        <p:nvCxnSpPr>
          <p:cNvPr id="1447" name="Straight Arrow Connector 1446">
            <a:extLst>
              <a:ext uri="{FF2B5EF4-FFF2-40B4-BE49-F238E27FC236}">
                <a16:creationId xmlns:a16="http://schemas.microsoft.com/office/drawing/2014/main" id="{5CA6F212-8517-B05D-17A2-D4E892F51602}"/>
              </a:ext>
            </a:extLst>
          </p:cNvPr>
          <p:cNvCxnSpPr>
            <a:cxnSpLocks/>
          </p:cNvCxnSpPr>
          <p:nvPr/>
        </p:nvCxnSpPr>
        <p:spPr>
          <a:xfrm flipH="1">
            <a:off x="14682491" y="1471301"/>
            <a:ext cx="31051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57" name="Group 1456">
            <a:extLst>
              <a:ext uri="{FF2B5EF4-FFF2-40B4-BE49-F238E27FC236}">
                <a16:creationId xmlns:a16="http://schemas.microsoft.com/office/drawing/2014/main" id="{C5DAA619-EBC7-AA85-1713-17AEE39618E5}"/>
              </a:ext>
            </a:extLst>
          </p:cNvPr>
          <p:cNvGrpSpPr/>
          <p:nvPr/>
        </p:nvGrpSpPr>
        <p:grpSpPr>
          <a:xfrm>
            <a:off x="12466674" y="1453511"/>
            <a:ext cx="676592" cy="256560"/>
            <a:chOff x="9150105" y="717772"/>
            <a:chExt cx="676592" cy="256560"/>
          </a:xfrm>
        </p:grpSpPr>
        <p:cxnSp>
          <p:nvCxnSpPr>
            <p:cNvPr id="1451" name="Straight Connector 1450">
              <a:extLst>
                <a:ext uri="{FF2B5EF4-FFF2-40B4-BE49-F238E27FC236}">
                  <a16:creationId xmlns:a16="http://schemas.microsoft.com/office/drawing/2014/main" id="{4BA3FC58-D209-F63F-21B0-8D55E9DBFC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50105" y="735562"/>
              <a:ext cx="67659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3" name="Straight Arrow Connector 1452">
              <a:extLst>
                <a:ext uri="{FF2B5EF4-FFF2-40B4-BE49-F238E27FC236}">
                  <a16:creationId xmlns:a16="http://schemas.microsoft.com/office/drawing/2014/main" id="{0CE9221B-AA92-C1C8-6A70-AB83AFC29DF8}"/>
                </a:ext>
              </a:extLst>
            </p:cNvPr>
            <p:cNvCxnSpPr>
              <a:cxnSpLocks/>
            </p:cNvCxnSpPr>
            <p:nvPr/>
          </p:nvCxnSpPr>
          <p:spPr>
            <a:xfrm>
              <a:off x="9152823" y="717772"/>
              <a:ext cx="0" cy="25656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55" name="Group 1454">
            <a:extLst>
              <a:ext uri="{FF2B5EF4-FFF2-40B4-BE49-F238E27FC236}">
                <a16:creationId xmlns:a16="http://schemas.microsoft.com/office/drawing/2014/main" id="{5DD06016-12BD-467E-B1BF-10934C81F257}"/>
              </a:ext>
            </a:extLst>
          </p:cNvPr>
          <p:cNvGrpSpPr/>
          <p:nvPr/>
        </p:nvGrpSpPr>
        <p:grpSpPr>
          <a:xfrm>
            <a:off x="13168417" y="1273513"/>
            <a:ext cx="1609782" cy="938918"/>
            <a:chOff x="12903241" y="1273513"/>
            <a:chExt cx="1609782" cy="938918"/>
          </a:xfrm>
        </p:grpSpPr>
        <p:grpSp>
          <p:nvGrpSpPr>
            <p:cNvPr id="1430" name="Group 1429">
              <a:extLst>
                <a:ext uri="{FF2B5EF4-FFF2-40B4-BE49-F238E27FC236}">
                  <a16:creationId xmlns:a16="http://schemas.microsoft.com/office/drawing/2014/main" id="{31D97941-2C79-6997-4455-9A7960E7180A}"/>
                </a:ext>
              </a:extLst>
            </p:cNvPr>
            <p:cNvGrpSpPr/>
            <p:nvPr/>
          </p:nvGrpSpPr>
          <p:grpSpPr>
            <a:xfrm>
              <a:off x="12903241" y="1273513"/>
              <a:ext cx="1609782" cy="938918"/>
              <a:chOff x="10710607" y="741533"/>
              <a:chExt cx="1609782" cy="938918"/>
            </a:xfrm>
          </p:grpSpPr>
          <p:sp>
            <p:nvSpPr>
              <p:cNvPr id="1434" name="Rounded Rectangle 1433">
                <a:extLst>
                  <a:ext uri="{FF2B5EF4-FFF2-40B4-BE49-F238E27FC236}">
                    <a16:creationId xmlns:a16="http://schemas.microsoft.com/office/drawing/2014/main" id="{7118D4B7-74AA-01FE-6407-98240FE60466}"/>
                  </a:ext>
                </a:extLst>
              </p:cNvPr>
              <p:cNvSpPr/>
              <p:nvPr/>
            </p:nvSpPr>
            <p:spPr>
              <a:xfrm>
                <a:off x="10831851" y="741533"/>
                <a:ext cx="1294318" cy="581325"/>
              </a:xfrm>
              <a:prstGeom prst="roundRect">
                <a:avLst>
                  <a:gd name="adj" fmla="val 0"/>
                </a:avLst>
              </a:prstGeom>
              <a:solidFill>
                <a:srgbClr val="857A7B"/>
              </a:solidFill>
              <a:ln w="38100">
                <a:solidFill>
                  <a:srgbClr val="857A7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35" name="Rectangle 1434">
                <a:extLst>
                  <a:ext uri="{FF2B5EF4-FFF2-40B4-BE49-F238E27FC236}">
                    <a16:creationId xmlns:a16="http://schemas.microsoft.com/office/drawing/2014/main" id="{EC345CF0-A112-197D-E71A-FFE35CE764F9}"/>
                  </a:ext>
                </a:extLst>
              </p:cNvPr>
              <p:cNvSpPr/>
              <p:nvPr/>
            </p:nvSpPr>
            <p:spPr>
              <a:xfrm>
                <a:off x="10858779" y="766712"/>
                <a:ext cx="1241545" cy="526154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F0F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43" name="TextBox 1442">
                <a:extLst>
                  <a:ext uri="{FF2B5EF4-FFF2-40B4-BE49-F238E27FC236}">
                    <a16:creationId xmlns:a16="http://schemas.microsoft.com/office/drawing/2014/main" id="{D2B24F88-BDD0-56D6-4148-236EBD6DC836}"/>
                  </a:ext>
                </a:extLst>
              </p:cNvPr>
              <p:cNvSpPr txBox="1"/>
              <p:nvPr/>
            </p:nvSpPr>
            <p:spPr>
              <a:xfrm>
                <a:off x="10710607" y="1372674"/>
                <a:ext cx="160978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j) </a:t>
                </a:r>
                <a:r>
                  <a:rPr 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PPO Learner</a:t>
                </a:r>
              </a:p>
            </p:txBody>
          </p:sp>
        </p:grpSp>
        <p:sp>
          <p:nvSpPr>
            <p:cNvPr id="1383" name="Triangle 1382">
              <a:extLst>
                <a:ext uri="{FF2B5EF4-FFF2-40B4-BE49-F238E27FC236}">
                  <a16:creationId xmlns:a16="http://schemas.microsoft.com/office/drawing/2014/main" id="{6BDF2F69-F65A-8AEF-B339-407ABD45CE48}"/>
                </a:ext>
              </a:extLst>
            </p:cNvPr>
            <p:cNvSpPr/>
            <p:nvPr/>
          </p:nvSpPr>
          <p:spPr>
            <a:xfrm>
              <a:off x="13423022" y="1308734"/>
              <a:ext cx="487764" cy="413466"/>
            </a:xfrm>
            <a:prstGeom prst="triangle">
              <a:avLst/>
            </a:prstGeom>
            <a:solidFill>
              <a:schemeClr val="bg1"/>
            </a:solidFill>
            <a:ln w="38100">
              <a:solidFill>
                <a:srgbClr val="2152A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85" name="Can 1384">
              <a:extLst>
                <a:ext uri="{FF2B5EF4-FFF2-40B4-BE49-F238E27FC236}">
                  <a16:creationId xmlns:a16="http://schemas.microsoft.com/office/drawing/2014/main" id="{B5D895F1-74EF-0ED6-A630-E93348D8CEA3}"/>
                </a:ext>
              </a:extLst>
            </p:cNvPr>
            <p:cNvSpPr/>
            <p:nvPr/>
          </p:nvSpPr>
          <p:spPr>
            <a:xfrm>
              <a:off x="13756492" y="1520273"/>
              <a:ext cx="225856" cy="301719"/>
            </a:xfrm>
            <a:prstGeom prst="can">
              <a:avLst/>
            </a:prstGeom>
            <a:solidFill>
              <a:schemeClr val="bg1"/>
            </a:solidFill>
            <a:ln w="38100">
              <a:solidFill>
                <a:srgbClr val="2152A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391" name="Straight Arrow Connector 1390">
            <a:extLst>
              <a:ext uri="{FF2B5EF4-FFF2-40B4-BE49-F238E27FC236}">
                <a16:creationId xmlns:a16="http://schemas.microsoft.com/office/drawing/2014/main" id="{FB1D6074-C36E-4070-7D35-6D25D26D8F65}"/>
              </a:ext>
            </a:extLst>
          </p:cNvPr>
          <p:cNvCxnSpPr>
            <a:cxnSpLocks/>
          </p:cNvCxnSpPr>
          <p:nvPr/>
        </p:nvCxnSpPr>
        <p:spPr>
          <a:xfrm flipH="1">
            <a:off x="17284104" y="1465881"/>
            <a:ext cx="35395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0" name="Straight Connector 1419">
            <a:extLst>
              <a:ext uri="{FF2B5EF4-FFF2-40B4-BE49-F238E27FC236}">
                <a16:creationId xmlns:a16="http://schemas.microsoft.com/office/drawing/2014/main" id="{F057C04D-81F0-868C-4CA3-D09665AF3E81}"/>
              </a:ext>
            </a:extLst>
          </p:cNvPr>
          <p:cNvCxnSpPr>
            <a:cxnSpLocks/>
          </p:cNvCxnSpPr>
          <p:nvPr/>
        </p:nvCxnSpPr>
        <p:spPr>
          <a:xfrm>
            <a:off x="17638056" y="1447345"/>
            <a:ext cx="0" cy="246411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2" name="Straight Connector 1431">
            <a:extLst>
              <a:ext uri="{FF2B5EF4-FFF2-40B4-BE49-F238E27FC236}">
                <a16:creationId xmlns:a16="http://schemas.microsoft.com/office/drawing/2014/main" id="{6B46DA73-BA6E-018F-9587-A4F645AFAA47}"/>
              </a:ext>
            </a:extLst>
          </p:cNvPr>
          <p:cNvCxnSpPr>
            <a:cxnSpLocks/>
          </p:cNvCxnSpPr>
          <p:nvPr/>
        </p:nvCxnSpPr>
        <p:spPr>
          <a:xfrm>
            <a:off x="3378038" y="2770116"/>
            <a:ext cx="0" cy="48168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9" name="Straight Connector 1438">
            <a:extLst>
              <a:ext uri="{FF2B5EF4-FFF2-40B4-BE49-F238E27FC236}">
                <a16:creationId xmlns:a16="http://schemas.microsoft.com/office/drawing/2014/main" id="{F4EB6339-C4D0-3C06-1A56-A671729208CB}"/>
              </a:ext>
            </a:extLst>
          </p:cNvPr>
          <p:cNvCxnSpPr>
            <a:cxnSpLocks/>
          </p:cNvCxnSpPr>
          <p:nvPr/>
        </p:nvCxnSpPr>
        <p:spPr>
          <a:xfrm flipH="1">
            <a:off x="3208065" y="3240979"/>
            <a:ext cx="18530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6" name="TextBox 1445">
            <a:extLst>
              <a:ext uri="{FF2B5EF4-FFF2-40B4-BE49-F238E27FC236}">
                <a16:creationId xmlns:a16="http://schemas.microsoft.com/office/drawing/2014/main" id="{7D889C6C-C90C-39C0-FFCA-0D20BAD0FAD9}"/>
              </a:ext>
            </a:extLst>
          </p:cNvPr>
          <p:cNvSpPr txBox="1"/>
          <p:nvPr/>
        </p:nvSpPr>
        <p:spPr>
          <a:xfrm>
            <a:off x="17707899" y="4490464"/>
            <a:ext cx="21941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k) 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SAT Solution Status (Satisfiable/Unsatisfiable</a:t>
            </a:r>
          </a:p>
        </p:txBody>
      </p:sp>
      <p:sp>
        <p:nvSpPr>
          <p:cNvPr id="1448" name="TextBox 1447">
            <a:extLst>
              <a:ext uri="{FF2B5EF4-FFF2-40B4-BE49-F238E27FC236}">
                <a16:creationId xmlns:a16="http://schemas.microsoft.com/office/drawing/2014/main" id="{556C0874-7460-EF0B-E265-9AA01101EA2F}"/>
              </a:ext>
            </a:extLst>
          </p:cNvPr>
          <p:cNvSpPr txBox="1"/>
          <p:nvPr/>
        </p:nvSpPr>
        <p:spPr>
          <a:xfrm>
            <a:off x="15170906" y="2516766"/>
            <a:ext cx="20314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i) 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Solver State &amp; Reward Signal</a:t>
            </a:r>
          </a:p>
        </p:txBody>
      </p:sp>
      <p:cxnSp>
        <p:nvCxnSpPr>
          <p:cNvPr id="1461" name="Straight Connector 1460">
            <a:extLst>
              <a:ext uri="{FF2B5EF4-FFF2-40B4-BE49-F238E27FC236}">
                <a16:creationId xmlns:a16="http://schemas.microsoft.com/office/drawing/2014/main" id="{937FFF39-9E89-91E2-4CA4-A90C1069DBA0}"/>
              </a:ext>
            </a:extLst>
          </p:cNvPr>
          <p:cNvCxnSpPr>
            <a:cxnSpLocks/>
          </p:cNvCxnSpPr>
          <p:nvPr/>
        </p:nvCxnSpPr>
        <p:spPr>
          <a:xfrm flipH="1">
            <a:off x="12886845" y="2767064"/>
            <a:ext cx="20392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4" name="Straight Connector 1463">
            <a:extLst>
              <a:ext uri="{FF2B5EF4-FFF2-40B4-BE49-F238E27FC236}">
                <a16:creationId xmlns:a16="http://schemas.microsoft.com/office/drawing/2014/main" id="{6E72CC09-8C05-53A4-FCB1-3561E44D40AB}"/>
              </a:ext>
            </a:extLst>
          </p:cNvPr>
          <p:cNvCxnSpPr>
            <a:cxnSpLocks/>
          </p:cNvCxnSpPr>
          <p:nvPr/>
        </p:nvCxnSpPr>
        <p:spPr>
          <a:xfrm>
            <a:off x="13090769" y="2747349"/>
            <a:ext cx="0" cy="11786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7" name="Straight Arrow Connector 1466">
            <a:extLst>
              <a:ext uri="{FF2B5EF4-FFF2-40B4-BE49-F238E27FC236}">
                <a16:creationId xmlns:a16="http://schemas.microsoft.com/office/drawing/2014/main" id="{92BB0811-0F60-CD64-2A0A-D0BAAF0D4D18}"/>
              </a:ext>
            </a:extLst>
          </p:cNvPr>
          <p:cNvCxnSpPr>
            <a:cxnSpLocks/>
          </p:cNvCxnSpPr>
          <p:nvPr/>
        </p:nvCxnSpPr>
        <p:spPr>
          <a:xfrm>
            <a:off x="13072909" y="3925961"/>
            <a:ext cx="29964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89" name="Group 1488">
            <a:extLst>
              <a:ext uri="{FF2B5EF4-FFF2-40B4-BE49-F238E27FC236}">
                <a16:creationId xmlns:a16="http://schemas.microsoft.com/office/drawing/2014/main" id="{E3690348-4916-F41E-4B97-2CB07FEBC8CB}"/>
              </a:ext>
            </a:extLst>
          </p:cNvPr>
          <p:cNvGrpSpPr/>
          <p:nvPr/>
        </p:nvGrpSpPr>
        <p:grpSpPr>
          <a:xfrm>
            <a:off x="18185917" y="3696108"/>
            <a:ext cx="1104023" cy="758125"/>
            <a:chOff x="18123413" y="3487883"/>
            <a:chExt cx="1104023" cy="758125"/>
          </a:xfrm>
        </p:grpSpPr>
        <p:pic>
          <p:nvPicPr>
            <p:cNvPr id="1479" name="Picture 1478">
              <a:extLst>
                <a:ext uri="{FF2B5EF4-FFF2-40B4-BE49-F238E27FC236}">
                  <a16:creationId xmlns:a16="http://schemas.microsoft.com/office/drawing/2014/main" id="{A866C6ED-0225-F525-FAB6-3738E8313A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duotone>
                <a:prstClr val="black"/>
                <a:schemeClr val="accent4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24">
                      <a14:imgEffect>
                        <a14:backgroundRemoval t="11363" b="45735" l="9780" r="48304"/>
                      </a14:imgEffect>
                    </a14:imgLayer>
                  </a14:imgProps>
                </a:ext>
              </a:extLst>
            </a:blip>
            <a:srcRect l="4965" t="7067" r="46881" b="49969"/>
            <a:stretch>
              <a:fillRect/>
            </a:stretch>
          </p:blipFill>
          <p:spPr>
            <a:xfrm>
              <a:off x="18123413" y="3487883"/>
              <a:ext cx="739999" cy="660223"/>
            </a:xfrm>
            <a:prstGeom prst="rect">
              <a:avLst/>
            </a:prstGeom>
          </p:spPr>
        </p:pic>
        <p:pic>
          <p:nvPicPr>
            <p:cNvPr id="1480" name="Picture 1479">
              <a:extLst>
                <a:ext uri="{FF2B5EF4-FFF2-40B4-BE49-F238E27FC236}">
                  <a16:creationId xmlns:a16="http://schemas.microsoft.com/office/drawing/2014/main" id="{7B97CD0A-3A85-A373-253C-785DD8E8BF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26">
                      <a14:imgEffect>
                        <a14:backgroundRemoval t="54766" b="89138" l="52572" r="91096"/>
                      </a14:imgEffect>
                    </a14:imgLayer>
                  </a14:imgProps>
                </a:ext>
              </a:extLst>
            </a:blip>
            <a:srcRect l="47757" t="50470" r="4089" b="6566"/>
            <a:stretch>
              <a:fillRect/>
            </a:stretch>
          </p:blipFill>
          <p:spPr>
            <a:xfrm>
              <a:off x="18499388" y="3596448"/>
              <a:ext cx="728048" cy="6495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50258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CDF09EA4-9776-5C76-15A4-C2692E1C52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0161" b="64981"/>
          <a:stretch>
            <a:fillRect/>
          </a:stretch>
        </p:blipFill>
        <p:spPr>
          <a:xfrm>
            <a:off x="4125951" y="1266545"/>
            <a:ext cx="3389970" cy="3353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6596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A33CF-F9A9-15BB-3055-153BC6DC8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DBE890B9-F3D5-47AB-EFE4-588E36D6C3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" r="92103" b="41607"/>
          <a:stretch>
            <a:fillRect/>
          </a:stretch>
        </p:blipFill>
        <p:spPr>
          <a:xfrm>
            <a:off x="4103648" y="463657"/>
            <a:ext cx="2720898" cy="5591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367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2CE16-B803-D976-D6DD-AAF98839E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E017A0C3-6266-7A3B-C908-2EFDCBF13D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" r="77215" b="33222"/>
          <a:stretch>
            <a:fillRect/>
          </a:stretch>
        </p:blipFill>
        <p:spPr>
          <a:xfrm>
            <a:off x="2653989" y="0"/>
            <a:ext cx="7850459" cy="6394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2705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DFAF6-9443-0765-D4F7-8CD2D66BA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1E1DD568-049D-C81C-DF8F-F490DFD16C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62716" b="35717"/>
          <a:stretch>
            <a:fillRect/>
          </a:stretch>
        </p:blipFill>
        <p:spPr>
          <a:xfrm>
            <a:off x="758282" y="423746"/>
            <a:ext cx="10995104" cy="5268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9771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BE9A0-95AF-AC41-D828-58AF58243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27C4CD95-3430-47DA-EFA6-FEEFE9E1D5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49783" b="35717"/>
          <a:stretch>
            <a:fillRect/>
          </a:stretch>
        </p:blipFill>
        <p:spPr>
          <a:xfrm>
            <a:off x="830177" y="1115123"/>
            <a:ext cx="10531645" cy="3746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6531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9020</TotalTime>
  <Words>275</Words>
  <Application>Microsoft Macintosh PowerPoint</Application>
  <PresentationFormat>Widescreen</PresentationFormat>
  <Paragraphs>102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Cambria Math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Supersad, Tyler</dc:creator>
  <cp:lastModifiedBy>Supersad, Tyler</cp:lastModifiedBy>
  <cp:revision>3</cp:revision>
  <dcterms:created xsi:type="dcterms:W3CDTF">2025-07-03T18:10:23Z</dcterms:created>
  <dcterms:modified xsi:type="dcterms:W3CDTF">2025-07-10T19:03:13Z</dcterms:modified>
</cp:coreProperties>
</file>