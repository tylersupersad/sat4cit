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1"/>
    <a:srgbClr val="7F7D7A"/>
    <a:srgbClr val="D5CDCC"/>
    <a:srgbClr val="2A2E48"/>
    <a:srgbClr val="EFEFEF"/>
    <a:srgbClr val="027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24"/>
  </p:normalViewPr>
  <p:slideViewPr>
    <p:cSldViewPr snapToGrid="0">
      <p:cViewPr>
        <p:scale>
          <a:sx n="100" d="100"/>
          <a:sy n="100" d="100"/>
        </p:scale>
        <p:origin x="189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B8DD4-1617-8948-9BBF-89EC2D5E1CEF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1A89C-71EE-3846-B63D-2A8CAA0E3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1A89C-71EE-3846-B63D-2A8CAA0E36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95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1A89C-71EE-3846-B63D-2A8CAA0E36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52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E1A89C-71EE-3846-B63D-2A8CAA0E36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3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451F-C888-79D1-6735-D0E40F48D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FF750-BCC1-ED19-3D20-3D6478419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9C595-C4DF-E4B7-FAED-4E66EF21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34D4B-8785-F900-AE2C-4FC84B03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97559-3230-B796-81B4-942DCCB0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95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B1FB-0BE0-8039-931C-DC7C8B73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B6F6E-A615-60DD-DCA8-8F174BC8D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BB196-9C10-31FE-8586-09F38774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57455-17E2-D826-6C3B-E6210A5C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6556F-AB4F-8A89-12B8-9EEB37CB8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91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DEE0-3D19-A464-D4F7-55B5534E9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2B3F8-52E0-AB78-2F07-932B1D904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EB313-9A52-7661-B76A-1C0ED774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2179-7572-BA33-8FDA-5114E91C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3BAB7-6741-5BB9-8383-C823EB5E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59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B40C7-9158-0141-858E-9F272C00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DC6E1-8B0A-1F30-6C65-1A218C795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A2E13-0205-5B74-A54F-5C93B1918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F4D6C-7218-B0C9-3A28-B75DF040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D8685-8E2E-8EC9-9079-13555A08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4F5C7-BB4E-5F23-3641-D30B6AF6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80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8259-5487-FA07-59BC-B1EABAA2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27876-6DD4-3346-B3E8-F92CE4163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39EF5-0E63-F16B-7F75-E7C4C6259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3A52E-29ED-3157-B292-4554EC33A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77790-61A4-F49C-DB4F-3141C166E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17D49-9631-4DB7-EC83-40C149CEB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4E0257-FDF3-EB2A-97EA-7D7DCDCD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82711-6E03-2517-5151-27ADFF71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0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85CE-7662-8CC3-A1D1-DC64C79C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E69A7-6B22-5F75-73D0-6B8C40BB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75EFF-74BE-EB19-3521-174F7120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00C49-2E9D-4263-EEF6-AC095E11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7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434642-9BCD-B94A-EE4D-8164D893A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B5D21-487C-D693-4F89-AA8780F1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AD34D-5AC6-0870-1FA3-995B42D8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9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48969-7CA6-7BF9-BA8E-70A90818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E0FAE-2DDE-5662-CCD8-017568F7A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02E9E-671F-6338-FBD6-31B8382DE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A3E6-AC05-B56C-EBF8-522E50AB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1F4F5-D7D7-6DA9-BC4A-6BAB8172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4C4EE-B141-D722-E6F7-C9A7BD87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4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D0CE5-0778-76DD-FF29-00779C6A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F1C7C4-5BEE-3DE6-6BEE-EBD79BDD4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FE4D2-F985-41EE-950A-97C8D78B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6ACB5-2729-A2DD-3959-A5AAE8468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6B352-1565-021F-58EC-97480F179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040DD-0C9B-28FA-B871-128D43C8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38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801B-6C6C-E22E-4019-361B8038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37325-E80F-7528-9304-CE700D8BD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C9525-EACD-0049-2B31-CF6A769E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E5CF6-A956-B2A5-56A4-4952C905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F9B8F-55BD-ED34-F163-9CFD1759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6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151F6F-74D3-A326-DEDB-7ABF91630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2B610-7221-79CA-FD3A-C1905FDA4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DC91A-068C-85D5-8DA4-BCAC21426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D6E14-CA57-E17F-E479-2F2CAA36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5745D-12CF-AC67-A3C1-5FCD0EBB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48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B0FBF9-3D20-29FE-0B4C-E935A22A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6CC2F-5D22-6551-3265-7465C80D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8E36B-BD04-F1FC-F177-B04BAE69F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D0022-67B5-CD48-9AC5-89E773482517}" type="datetimeFigureOut">
              <a:rPr lang="en-US" smtClean="0"/>
              <a:t>4/25/25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45BF5-D86D-20BA-E6A3-7509CB56F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58BD0-6551-2AE4-DD02-809EAC9DB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E1FDA-E482-CD43-8DB8-4A4E47709E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8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7769C1-4073-F1A6-4B74-34DA3F081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3ADBC2C-75FB-6191-3F3C-CFFACB870943}"/>
              </a:ext>
            </a:extLst>
          </p:cNvPr>
          <p:cNvSpPr/>
          <p:nvPr/>
        </p:nvSpPr>
        <p:spPr>
          <a:xfrm>
            <a:off x="1167064" y="897021"/>
            <a:ext cx="7495151" cy="541421"/>
          </a:xfrm>
          <a:prstGeom prst="roundRect">
            <a:avLst>
              <a:gd name="adj" fmla="val 19013"/>
            </a:avLst>
          </a:prstGeom>
          <a:solidFill>
            <a:srgbClr val="2A2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001E33-6EFB-35AB-1D04-4E9E24B28794}"/>
              </a:ext>
            </a:extLst>
          </p:cNvPr>
          <p:cNvSpPr/>
          <p:nvPr/>
        </p:nvSpPr>
        <p:spPr>
          <a:xfrm>
            <a:off x="1167062" y="1179095"/>
            <a:ext cx="7495154" cy="541421"/>
          </a:xfrm>
          <a:prstGeom prst="rect">
            <a:avLst/>
          </a:prstGeom>
          <a:solidFill>
            <a:srgbClr val="2A2E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50FE1-8569-D761-C85E-2E010AA4E70E}"/>
              </a:ext>
            </a:extLst>
          </p:cNvPr>
          <p:cNvSpPr/>
          <p:nvPr/>
        </p:nvSpPr>
        <p:spPr>
          <a:xfrm>
            <a:off x="1167061" y="1451141"/>
            <a:ext cx="7495154" cy="2549023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6E4E69-B290-2E05-CA70-C38C4FEEE002}"/>
              </a:ext>
            </a:extLst>
          </p:cNvPr>
          <p:cNvSpPr txBox="1"/>
          <p:nvPr/>
        </p:nvSpPr>
        <p:spPr>
          <a:xfrm>
            <a:off x="1358900" y="1002328"/>
            <a:ext cx="7493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A6A927-20E7-49BA-70F5-76C7C3BB65A9}"/>
              </a:ext>
            </a:extLst>
          </p:cNvPr>
          <p:cNvCxnSpPr>
            <a:cxnSpLocks/>
          </p:cNvCxnSpPr>
          <p:nvPr/>
        </p:nvCxnSpPr>
        <p:spPr>
          <a:xfrm>
            <a:off x="2171700" y="897021"/>
            <a:ext cx="0" cy="31031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050938-8006-9235-C9C4-D94E1543D685}"/>
              </a:ext>
            </a:extLst>
          </p:cNvPr>
          <p:cNvCxnSpPr>
            <a:cxnSpLocks/>
          </p:cNvCxnSpPr>
          <p:nvPr/>
        </p:nvCxnSpPr>
        <p:spPr>
          <a:xfrm>
            <a:off x="1167061" y="1959142"/>
            <a:ext cx="7495154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9A00C8-F0F7-A842-CFE3-5438EE499021}"/>
              </a:ext>
            </a:extLst>
          </p:cNvPr>
          <p:cNvCxnSpPr>
            <a:cxnSpLocks/>
          </p:cNvCxnSpPr>
          <p:nvPr/>
        </p:nvCxnSpPr>
        <p:spPr>
          <a:xfrm>
            <a:off x="1167060" y="2464134"/>
            <a:ext cx="749515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160804-DEFF-6CD7-991E-536B68221EA9}"/>
              </a:ext>
            </a:extLst>
          </p:cNvPr>
          <p:cNvCxnSpPr>
            <a:cxnSpLocks/>
          </p:cNvCxnSpPr>
          <p:nvPr/>
        </p:nvCxnSpPr>
        <p:spPr>
          <a:xfrm>
            <a:off x="1167060" y="2972134"/>
            <a:ext cx="749515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4ED963A-CCB8-CD6D-01C5-905C4A688683}"/>
              </a:ext>
            </a:extLst>
          </p:cNvPr>
          <p:cNvSpPr txBox="1"/>
          <p:nvPr/>
        </p:nvSpPr>
        <p:spPr>
          <a:xfrm>
            <a:off x="1244600" y="1566202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Hostnode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D80447-53AA-113F-DB59-CAC5C76F60D1}"/>
              </a:ext>
            </a:extLst>
          </p:cNvPr>
          <p:cNvCxnSpPr>
            <a:cxnSpLocks/>
          </p:cNvCxnSpPr>
          <p:nvPr/>
        </p:nvCxnSpPr>
        <p:spPr>
          <a:xfrm>
            <a:off x="3309783" y="897021"/>
            <a:ext cx="1" cy="31031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E59650-BB0D-486B-FD19-4225679CB74E}"/>
              </a:ext>
            </a:extLst>
          </p:cNvPr>
          <p:cNvCxnSpPr>
            <a:cxnSpLocks/>
          </p:cNvCxnSpPr>
          <p:nvPr/>
        </p:nvCxnSpPr>
        <p:spPr>
          <a:xfrm>
            <a:off x="4303662" y="897021"/>
            <a:ext cx="0" cy="31031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00847A-CE2E-7053-ACE7-AFBFC549C342}"/>
              </a:ext>
            </a:extLst>
          </p:cNvPr>
          <p:cNvCxnSpPr>
            <a:cxnSpLocks/>
          </p:cNvCxnSpPr>
          <p:nvPr/>
        </p:nvCxnSpPr>
        <p:spPr>
          <a:xfrm>
            <a:off x="5250017" y="897021"/>
            <a:ext cx="0" cy="31031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9021E8-4C92-AED0-417E-CAAAF942961E}"/>
              </a:ext>
            </a:extLst>
          </p:cNvPr>
          <p:cNvCxnSpPr>
            <a:cxnSpLocks/>
          </p:cNvCxnSpPr>
          <p:nvPr/>
        </p:nvCxnSpPr>
        <p:spPr>
          <a:xfrm>
            <a:off x="6201288" y="897021"/>
            <a:ext cx="0" cy="31031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77DB668-75B2-9BB8-99B0-3901FBA1DE41}"/>
              </a:ext>
            </a:extLst>
          </p:cNvPr>
          <p:cNvSpPr txBox="1"/>
          <p:nvPr/>
        </p:nvSpPr>
        <p:spPr>
          <a:xfrm>
            <a:off x="1244600" y="2070524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Worker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63D59B-A212-C40B-8559-564EDD17BAA5}"/>
              </a:ext>
            </a:extLst>
          </p:cNvPr>
          <p:cNvSpPr txBox="1"/>
          <p:nvPr/>
        </p:nvSpPr>
        <p:spPr>
          <a:xfrm>
            <a:off x="1244600" y="2569608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Worker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844F29-047C-7687-A9E7-46DB264A58B9}"/>
              </a:ext>
            </a:extLst>
          </p:cNvPr>
          <p:cNvSpPr txBox="1"/>
          <p:nvPr/>
        </p:nvSpPr>
        <p:spPr>
          <a:xfrm>
            <a:off x="1238250" y="3093118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Worker 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AB305C7-8F45-EEE0-0F34-E37B6C6E73EF}"/>
              </a:ext>
            </a:extLst>
          </p:cNvPr>
          <p:cNvCxnSpPr>
            <a:cxnSpLocks/>
          </p:cNvCxnSpPr>
          <p:nvPr/>
        </p:nvCxnSpPr>
        <p:spPr>
          <a:xfrm>
            <a:off x="1167060" y="3492834"/>
            <a:ext cx="749515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788FB62-9D59-DDD2-FF20-D731BC4D4863}"/>
              </a:ext>
            </a:extLst>
          </p:cNvPr>
          <p:cNvSpPr txBox="1"/>
          <p:nvPr/>
        </p:nvSpPr>
        <p:spPr>
          <a:xfrm>
            <a:off x="1244600" y="3616015"/>
            <a:ext cx="99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Worker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148317-E0E2-FAB0-BE52-9C6067438A5D}"/>
              </a:ext>
            </a:extLst>
          </p:cNvPr>
          <p:cNvSpPr txBox="1"/>
          <p:nvPr/>
        </p:nvSpPr>
        <p:spPr>
          <a:xfrm>
            <a:off x="1934547" y="1558632"/>
            <a:ext cx="1612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1.08%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2846F3-4961-6225-033D-EA8C00AFFBF8}"/>
              </a:ext>
            </a:extLst>
          </p:cNvPr>
          <p:cNvSpPr txBox="1"/>
          <p:nvPr/>
        </p:nvSpPr>
        <p:spPr>
          <a:xfrm>
            <a:off x="2262800" y="1015027"/>
            <a:ext cx="11176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Usage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D742F4-DCD0-43E6-B0CC-F7F06D0AB05E}"/>
              </a:ext>
            </a:extLst>
          </p:cNvPr>
          <p:cNvSpPr txBox="1"/>
          <p:nvPr/>
        </p:nvSpPr>
        <p:spPr>
          <a:xfrm>
            <a:off x="3251975" y="906774"/>
            <a:ext cx="10731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Usage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482DF3-1416-C611-D4F8-E9DC9C4786D3}"/>
              </a:ext>
            </a:extLst>
          </p:cNvPr>
          <p:cNvSpPr txBox="1"/>
          <p:nvPr/>
        </p:nvSpPr>
        <p:spPr>
          <a:xfrm>
            <a:off x="3438932" y="1572118"/>
            <a:ext cx="74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16.37%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BD5D89-C0AB-C2DD-65A5-E398BC11BB58}"/>
              </a:ext>
            </a:extLst>
          </p:cNvPr>
          <p:cNvSpPr txBox="1"/>
          <p:nvPr/>
        </p:nvSpPr>
        <p:spPr>
          <a:xfrm>
            <a:off x="4293828" y="911677"/>
            <a:ext cx="9548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Disk Read (B/s)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4D6FA6-382E-0366-C0B6-073A15C61E7E}"/>
              </a:ext>
            </a:extLst>
          </p:cNvPr>
          <p:cNvSpPr txBox="1"/>
          <p:nvPr/>
        </p:nvSpPr>
        <p:spPr>
          <a:xfrm>
            <a:off x="4466304" y="1557184"/>
            <a:ext cx="55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2BE54F-B5F5-A62F-BBE3-C99E278217D8}"/>
              </a:ext>
            </a:extLst>
          </p:cNvPr>
          <p:cNvSpPr txBox="1"/>
          <p:nvPr/>
        </p:nvSpPr>
        <p:spPr>
          <a:xfrm>
            <a:off x="5202587" y="905084"/>
            <a:ext cx="103769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Disk Write (B/s)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700178-3CC9-05A8-91FF-93422B1FD0E8}"/>
              </a:ext>
            </a:extLst>
          </p:cNvPr>
          <p:cNvSpPr txBox="1"/>
          <p:nvPr/>
        </p:nvSpPr>
        <p:spPr>
          <a:xfrm>
            <a:off x="5332694" y="1563698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~14,495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C8F823-F05B-130F-23B1-4E18B64345FF}"/>
              </a:ext>
            </a:extLst>
          </p:cNvPr>
          <p:cNvCxnSpPr>
            <a:cxnSpLocks/>
          </p:cNvCxnSpPr>
          <p:nvPr/>
        </p:nvCxnSpPr>
        <p:spPr>
          <a:xfrm>
            <a:off x="1167060" y="1437850"/>
            <a:ext cx="7622979" cy="1195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387C94D-FEC9-6D07-267B-91B466DC69F2}"/>
              </a:ext>
            </a:extLst>
          </p:cNvPr>
          <p:cNvSpPr txBox="1"/>
          <p:nvPr/>
        </p:nvSpPr>
        <p:spPr>
          <a:xfrm>
            <a:off x="1930195" y="2074448"/>
            <a:ext cx="1612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1.33%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535352-E4D6-A4C6-89DF-6AB885017608}"/>
              </a:ext>
            </a:extLst>
          </p:cNvPr>
          <p:cNvSpPr txBox="1"/>
          <p:nvPr/>
        </p:nvSpPr>
        <p:spPr>
          <a:xfrm>
            <a:off x="1936545" y="2591894"/>
            <a:ext cx="1612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0.94%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2CE438-00FB-809C-728D-AF259ECB8A90}"/>
              </a:ext>
            </a:extLst>
          </p:cNvPr>
          <p:cNvSpPr txBox="1"/>
          <p:nvPr/>
        </p:nvSpPr>
        <p:spPr>
          <a:xfrm>
            <a:off x="1930195" y="3098528"/>
            <a:ext cx="1612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5.29%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569745-ABEB-70D8-BA4B-DE3F4FE89B65}"/>
              </a:ext>
            </a:extLst>
          </p:cNvPr>
          <p:cNvSpPr txBox="1"/>
          <p:nvPr/>
        </p:nvSpPr>
        <p:spPr>
          <a:xfrm>
            <a:off x="1903005" y="3610142"/>
            <a:ext cx="1612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7.23%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819E42-7192-9F0A-5732-12C6A9707580}"/>
              </a:ext>
            </a:extLst>
          </p:cNvPr>
          <p:cNvSpPr txBox="1"/>
          <p:nvPr/>
        </p:nvSpPr>
        <p:spPr>
          <a:xfrm>
            <a:off x="3435185" y="2077384"/>
            <a:ext cx="74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7.50%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C6C16B-9EE1-F0C2-F0C7-AD5E375622F5}"/>
              </a:ext>
            </a:extLst>
          </p:cNvPr>
          <p:cNvSpPr txBox="1"/>
          <p:nvPr/>
        </p:nvSpPr>
        <p:spPr>
          <a:xfrm>
            <a:off x="3448397" y="2573767"/>
            <a:ext cx="74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7.28%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39CB94-3D7E-8BE3-C9C3-67061964CBF8}"/>
              </a:ext>
            </a:extLst>
          </p:cNvPr>
          <p:cNvSpPr txBox="1"/>
          <p:nvPr/>
        </p:nvSpPr>
        <p:spPr>
          <a:xfrm>
            <a:off x="3443011" y="3089442"/>
            <a:ext cx="74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7.33%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6447CFE-ABF1-6EC5-22AB-BE82AFD79F55}"/>
              </a:ext>
            </a:extLst>
          </p:cNvPr>
          <p:cNvSpPr txBox="1"/>
          <p:nvPr/>
        </p:nvSpPr>
        <p:spPr>
          <a:xfrm>
            <a:off x="3438932" y="3608451"/>
            <a:ext cx="747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7.34%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F2F7EC-3044-5883-833D-D36476DF8C3D}"/>
              </a:ext>
            </a:extLst>
          </p:cNvPr>
          <p:cNvSpPr txBox="1"/>
          <p:nvPr/>
        </p:nvSpPr>
        <p:spPr>
          <a:xfrm>
            <a:off x="4473266" y="2095158"/>
            <a:ext cx="55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105A76-C257-4385-A0D5-127355EE2478}"/>
              </a:ext>
            </a:extLst>
          </p:cNvPr>
          <p:cNvSpPr txBox="1"/>
          <p:nvPr/>
        </p:nvSpPr>
        <p:spPr>
          <a:xfrm>
            <a:off x="4477807" y="2572232"/>
            <a:ext cx="55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DAB4C47-3EEE-BDEE-6BCA-658786F2F683}"/>
              </a:ext>
            </a:extLst>
          </p:cNvPr>
          <p:cNvSpPr txBox="1"/>
          <p:nvPr/>
        </p:nvSpPr>
        <p:spPr>
          <a:xfrm>
            <a:off x="4491874" y="3119559"/>
            <a:ext cx="55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2E397B-6FCE-DC9F-24A5-37491B69B1A2}"/>
              </a:ext>
            </a:extLst>
          </p:cNvPr>
          <p:cNvSpPr txBox="1"/>
          <p:nvPr/>
        </p:nvSpPr>
        <p:spPr>
          <a:xfrm>
            <a:off x="4488767" y="3615996"/>
            <a:ext cx="55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48C30C-07AF-59F7-14C1-00301D7226CD}"/>
              </a:ext>
            </a:extLst>
          </p:cNvPr>
          <p:cNvSpPr txBox="1"/>
          <p:nvPr/>
        </p:nvSpPr>
        <p:spPr>
          <a:xfrm>
            <a:off x="5357335" y="2081662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~4,200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5A096CA-8A42-A72F-9513-D5292753262B}"/>
              </a:ext>
            </a:extLst>
          </p:cNvPr>
          <p:cNvSpPr txBox="1"/>
          <p:nvPr/>
        </p:nvSpPr>
        <p:spPr>
          <a:xfrm>
            <a:off x="5396561" y="2576691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~3,500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FBEE683-8368-4951-1554-0EA627EF3132}"/>
              </a:ext>
            </a:extLst>
          </p:cNvPr>
          <p:cNvSpPr txBox="1"/>
          <p:nvPr/>
        </p:nvSpPr>
        <p:spPr>
          <a:xfrm>
            <a:off x="5383325" y="3104410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~3,500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CEABC7-4C23-C367-7255-6DF226AEFE5A}"/>
              </a:ext>
            </a:extLst>
          </p:cNvPr>
          <p:cNvSpPr txBox="1"/>
          <p:nvPr/>
        </p:nvSpPr>
        <p:spPr>
          <a:xfrm>
            <a:off x="5380123" y="3610142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~3,500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5DB5D62-2FA0-DB31-2751-AB851A4B8E30}"/>
              </a:ext>
            </a:extLst>
          </p:cNvPr>
          <p:cNvSpPr txBox="1"/>
          <p:nvPr/>
        </p:nvSpPr>
        <p:spPr>
          <a:xfrm>
            <a:off x="6126183" y="899952"/>
            <a:ext cx="12912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Receive (B/s)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1B821D0-26FF-1CD2-7171-8D8F3AE7C46C}"/>
              </a:ext>
            </a:extLst>
          </p:cNvPr>
          <p:cNvSpPr txBox="1"/>
          <p:nvPr/>
        </p:nvSpPr>
        <p:spPr>
          <a:xfrm>
            <a:off x="6417079" y="1567857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~5,831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D9EF825-BA97-BA87-E839-1D3F4BF4E1E9}"/>
              </a:ext>
            </a:extLst>
          </p:cNvPr>
          <p:cNvSpPr txBox="1"/>
          <p:nvPr/>
        </p:nvSpPr>
        <p:spPr>
          <a:xfrm>
            <a:off x="6413653" y="2073643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~6,444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FB36C54-74D3-D070-2732-93B3DF07BBD5}"/>
              </a:ext>
            </a:extLst>
          </p:cNvPr>
          <p:cNvSpPr txBox="1"/>
          <p:nvPr/>
        </p:nvSpPr>
        <p:spPr>
          <a:xfrm>
            <a:off x="6371653" y="2579300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~217,877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FEEC3C-37A9-E44E-1D81-B5B7E344B9EA}"/>
              </a:ext>
            </a:extLst>
          </p:cNvPr>
          <p:cNvSpPr txBox="1"/>
          <p:nvPr/>
        </p:nvSpPr>
        <p:spPr>
          <a:xfrm>
            <a:off x="6371653" y="3097201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~49,094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DAF8BB-9FA5-F91A-A9E9-5E2320EF532B}"/>
              </a:ext>
            </a:extLst>
          </p:cNvPr>
          <p:cNvSpPr txBox="1"/>
          <p:nvPr/>
        </p:nvSpPr>
        <p:spPr>
          <a:xfrm>
            <a:off x="6389472" y="3613177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~33,729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60D95B5-C0F1-C9F6-1669-D9473B352489}"/>
              </a:ext>
            </a:extLst>
          </p:cNvPr>
          <p:cNvCxnSpPr>
            <a:cxnSpLocks/>
          </p:cNvCxnSpPr>
          <p:nvPr/>
        </p:nvCxnSpPr>
        <p:spPr>
          <a:xfrm>
            <a:off x="7346745" y="897020"/>
            <a:ext cx="0" cy="310314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F571DC81-E483-08BA-8384-31A2D205A592}"/>
              </a:ext>
            </a:extLst>
          </p:cNvPr>
          <p:cNvSpPr txBox="1"/>
          <p:nvPr/>
        </p:nvSpPr>
        <p:spPr>
          <a:xfrm>
            <a:off x="7322741" y="905220"/>
            <a:ext cx="12912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Transmit (B/s)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C89BC9D-4ECB-C1D2-B0DC-25F6A2650E79}"/>
              </a:ext>
            </a:extLst>
          </p:cNvPr>
          <p:cNvSpPr txBox="1"/>
          <p:nvPr/>
        </p:nvSpPr>
        <p:spPr>
          <a:xfrm>
            <a:off x="7681134" y="1583174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~4,258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87E422A-8E7A-E793-F57C-859AF60ADEE1}"/>
              </a:ext>
            </a:extLst>
          </p:cNvPr>
          <p:cNvSpPr txBox="1"/>
          <p:nvPr/>
        </p:nvSpPr>
        <p:spPr>
          <a:xfrm>
            <a:off x="7681134" y="2069514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~8,124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4F8D4CA-9530-1893-62D4-1BEAA5484C72}"/>
              </a:ext>
            </a:extLst>
          </p:cNvPr>
          <p:cNvSpPr txBox="1"/>
          <p:nvPr/>
        </p:nvSpPr>
        <p:spPr>
          <a:xfrm>
            <a:off x="7656592" y="2576432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~8,633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714204-4044-2220-9C6C-D2F53D0F3504}"/>
              </a:ext>
            </a:extLst>
          </p:cNvPr>
          <p:cNvSpPr txBox="1"/>
          <p:nvPr/>
        </p:nvSpPr>
        <p:spPr>
          <a:xfrm>
            <a:off x="7656592" y="3116866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~5,726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9A6894-7F37-5D47-D3A5-7A531E0DBD23}"/>
              </a:ext>
            </a:extLst>
          </p:cNvPr>
          <p:cNvSpPr txBox="1"/>
          <p:nvPr/>
        </p:nvSpPr>
        <p:spPr>
          <a:xfrm>
            <a:off x="7628415" y="3620316"/>
            <a:ext cx="1108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~6,739</a:t>
            </a:r>
          </a:p>
        </p:txBody>
      </p:sp>
    </p:spTree>
    <p:extLst>
      <p:ext uri="{BB962C8B-B14F-4D97-AF65-F5344CB8AC3E}">
        <p14:creationId xmlns:p14="http://schemas.microsoft.com/office/powerpoint/2010/main" val="330978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3F9A8535-C32E-5471-8BA0-C14CF2FEB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167" y="1084481"/>
            <a:ext cx="9484646" cy="468903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33DE70-50F8-70BF-061E-EBAF0E7BDD09}"/>
              </a:ext>
            </a:extLst>
          </p:cNvPr>
          <p:cNvCxnSpPr>
            <a:cxnSpLocks/>
          </p:cNvCxnSpPr>
          <p:nvPr/>
        </p:nvCxnSpPr>
        <p:spPr>
          <a:xfrm>
            <a:off x="1642362" y="1406769"/>
            <a:ext cx="0" cy="3428365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57D7CE-BB5F-5873-1DDD-A0FCFF58C37E}"/>
              </a:ext>
            </a:extLst>
          </p:cNvPr>
          <p:cNvCxnSpPr>
            <a:cxnSpLocks/>
          </p:cNvCxnSpPr>
          <p:nvPr/>
        </p:nvCxnSpPr>
        <p:spPr>
          <a:xfrm>
            <a:off x="1618456" y="4817028"/>
            <a:ext cx="90541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016701-970A-9E11-2AF2-BDEE3B25B7DB}"/>
              </a:ext>
            </a:extLst>
          </p:cNvPr>
          <p:cNvCxnSpPr>
            <a:cxnSpLocks/>
          </p:cNvCxnSpPr>
          <p:nvPr/>
        </p:nvCxnSpPr>
        <p:spPr>
          <a:xfrm>
            <a:off x="1642362" y="4233704"/>
            <a:ext cx="7855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8CED38-B064-A7C9-370D-7A3DE79ED066}"/>
              </a:ext>
            </a:extLst>
          </p:cNvPr>
          <p:cNvCxnSpPr>
            <a:cxnSpLocks/>
          </p:cNvCxnSpPr>
          <p:nvPr/>
        </p:nvCxnSpPr>
        <p:spPr>
          <a:xfrm>
            <a:off x="2482307" y="4233704"/>
            <a:ext cx="104294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8C2FCA-5F70-0A22-F726-2055CC9AFB83}"/>
              </a:ext>
            </a:extLst>
          </p:cNvPr>
          <p:cNvCxnSpPr>
            <a:cxnSpLocks/>
          </p:cNvCxnSpPr>
          <p:nvPr/>
        </p:nvCxnSpPr>
        <p:spPr>
          <a:xfrm>
            <a:off x="3580708" y="4233704"/>
            <a:ext cx="46791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F6A323-60C0-E2A1-930F-FBC8A0C28ED1}"/>
              </a:ext>
            </a:extLst>
          </p:cNvPr>
          <p:cNvCxnSpPr>
            <a:cxnSpLocks/>
          </p:cNvCxnSpPr>
          <p:nvPr/>
        </p:nvCxnSpPr>
        <p:spPr>
          <a:xfrm>
            <a:off x="4088039" y="4233704"/>
            <a:ext cx="2132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B971358-E2CE-5A08-9F50-15D581B72129}"/>
              </a:ext>
            </a:extLst>
          </p:cNvPr>
          <p:cNvCxnSpPr>
            <a:cxnSpLocks/>
          </p:cNvCxnSpPr>
          <p:nvPr/>
        </p:nvCxnSpPr>
        <p:spPr>
          <a:xfrm>
            <a:off x="4348723" y="4233704"/>
            <a:ext cx="88501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A516206-77A9-9242-E1CA-0EEC2440CADC}"/>
              </a:ext>
            </a:extLst>
          </p:cNvPr>
          <p:cNvCxnSpPr>
            <a:cxnSpLocks/>
          </p:cNvCxnSpPr>
          <p:nvPr/>
        </p:nvCxnSpPr>
        <p:spPr>
          <a:xfrm>
            <a:off x="5273775" y="4233704"/>
            <a:ext cx="72396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D2E325-1CEC-C529-C622-38A6DE7B07A0}"/>
              </a:ext>
            </a:extLst>
          </p:cNvPr>
          <p:cNvCxnSpPr>
            <a:cxnSpLocks/>
          </p:cNvCxnSpPr>
          <p:nvPr/>
        </p:nvCxnSpPr>
        <p:spPr>
          <a:xfrm>
            <a:off x="6033838" y="4233704"/>
            <a:ext cx="71621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6B6568-2DE4-AF4C-CF6B-3642342BFE57}"/>
              </a:ext>
            </a:extLst>
          </p:cNvPr>
          <p:cNvCxnSpPr>
            <a:cxnSpLocks/>
          </p:cNvCxnSpPr>
          <p:nvPr/>
        </p:nvCxnSpPr>
        <p:spPr>
          <a:xfrm>
            <a:off x="6799013" y="4233704"/>
            <a:ext cx="55111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D09FB07-1765-8C35-3303-06A0F51A1BA2}"/>
              </a:ext>
            </a:extLst>
          </p:cNvPr>
          <p:cNvCxnSpPr>
            <a:cxnSpLocks/>
          </p:cNvCxnSpPr>
          <p:nvPr/>
        </p:nvCxnSpPr>
        <p:spPr>
          <a:xfrm>
            <a:off x="7386388" y="4233704"/>
            <a:ext cx="71938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12A750-0590-0588-D5CD-95277E4F67A1}"/>
              </a:ext>
            </a:extLst>
          </p:cNvPr>
          <p:cNvCxnSpPr>
            <a:cxnSpLocks/>
          </p:cNvCxnSpPr>
          <p:nvPr/>
        </p:nvCxnSpPr>
        <p:spPr>
          <a:xfrm>
            <a:off x="8151563" y="4233704"/>
            <a:ext cx="12883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19D9359-61A7-7FE8-E0A2-38EB27AAE58D}"/>
              </a:ext>
            </a:extLst>
          </p:cNvPr>
          <p:cNvCxnSpPr>
            <a:cxnSpLocks/>
          </p:cNvCxnSpPr>
          <p:nvPr/>
        </p:nvCxnSpPr>
        <p:spPr>
          <a:xfrm>
            <a:off x="8303963" y="4233704"/>
            <a:ext cx="7803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22C6CD1-4A98-C2DB-0D16-467B08655F00}"/>
              </a:ext>
            </a:extLst>
          </p:cNvPr>
          <p:cNvCxnSpPr>
            <a:cxnSpLocks/>
          </p:cNvCxnSpPr>
          <p:nvPr/>
        </p:nvCxnSpPr>
        <p:spPr>
          <a:xfrm>
            <a:off x="8405563" y="4233704"/>
            <a:ext cx="12248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56CEFBA-4584-ACA5-A7ED-EBF6A95A3D2A}"/>
              </a:ext>
            </a:extLst>
          </p:cNvPr>
          <p:cNvCxnSpPr>
            <a:cxnSpLocks/>
          </p:cNvCxnSpPr>
          <p:nvPr/>
        </p:nvCxnSpPr>
        <p:spPr>
          <a:xfrm>
            <a:off x="8551613" y="4233704"/>
            <a:ext cx="2406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A40EDA6-6F79-E91E-6805-52B6B2452C58}"/>
              </a:ext>
            </a:extLst>
          </p:cNvPr>
          <p:cNvCxnSpPr>
            <a:cxnSpLocks/>
          </p:cNvCxnSpPr>
          <p:nvPr/>
        </p:nvCxnSpPr>
        <p:spPr>
          <a:xfrm>
            <a:off x="8592888" y="4233704"/>
            <a:ext cx="19233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AD53C1-0658-1124-9DE4-8EF789DFB85A}"/>
              </a:ext>
            </a:extLst>
          </p:cNvPr>
          <p:cNvCxnSpPr>
            <a:cxnSpLocks/>
          </p:cNvCxnSpPr>
          <p:nvPr/>
        </p:nvCxnSpPr>
        <p:spPr>
          <a:xfrm>
            <a:off x="8824663" y="4233704"/>
            <a:ext cx="64671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5D7C04B-B6B1-3CA9-F981-AEC4520BFB14}"/>
              </a:ext>
            </a:extLst>
          </p:cNvPr>
          <p:cNvCxnSpPr>
            <a:cxnSpLocks/>
          </p:cNvCxnSpPr>
          <p:nvPr/>
        </p:nvCxnSpPr>
        <p:spPr>
          <a:xfrm>
            <a:off x="9496352" y="4233704"/>
            <a:ext cx="11801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9F5AB12-4162-0457-3C00-19B9074C64E2}"/>
              </a:ext>
            </a:extLst>
          </p:cNvPr>
          <p:cNvCxnSpPr>
            <a:cxnSpLocks/>
          </p:cNvCxnSpPr>
          <p:nvPr/>
        </p:nvCxnSpPr>
        <p:spPr>
          <a:xfrm>
            <a:off x="9439129" y="4236879"/>
            <a:ext cx="118018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0529B42-61FF-543C-9F03-A3FCBC070081}"/>
              </a:ext>
            </a:extLst>
          </p:cNvPr>
          <p:cNvCxnSpPr>
            <a:cxnSpLocks/>
          </p:cNvCxnSpPr>
          <p:nvPr/>
        </p:nvCxnSpPr>
        <p:spPr>
          <a:xfrm>
            <a:off x="9445479" y="4249579"/>
            <a:ext cx="118018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1EEB358-A0A3-4D9D-9269-FFC38B3B8D42}"/>
              </a:ext>
            </a:extLst>
          </p:cNvPr>
          <p:cNvCxnSpPr>
            <a:cxnSpLocks/>
          </p:cNvCxnSpPr>
          <p:nvPr/>
        </p:nvCxnSpPr>
        <p:spPr>
          <a:xfrm>
            <a:off x="9641343" y="4233704"/>
            <a:ext cx="3605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4598400-2DC3-8C59-8F6B-4BFBDB0A717B}"/>
              </a:ext>
            </a:extLst>
          </p:cNvPr>
          <p:cNvCxnSpPr>
            <a:cxnSpLocks/>
          </p:cNvCxnSpPr>
          <p:nvPr/>
        </p:nvCxnSpPr>
        <p:spPr>
          <a:xfrm>
            <a:off x="9700095" y="4233704"/>
            <a:ext cx="29393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CB421C-B03C-791E-6384-E02DF1051FBA}"/>
              </a:ext>
            </a:extLst>
          </p:cNvPr>
          <p:cNvCxnSpPr>
            <a:cxnSpLocks/>
          </p:cNvCxnSpPr>
          <p:nvPr/>
        </p:nvCxnSpPr>
        <p:spPr>
          <a:xfrm>
            <a:off x="10023945" y="4233704"/>
            <a:ext cx="4715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D114ACB-DA33-1AAE-D6C2-ADD9B64A45AA}"/>
              </a:ext>
            </a:extLst>
          </p:cNvPr>
          <p:cNvCxnSpPr>
            <a:cxnSpLocks/>
          </p:cNvCxnSpPr>
          <p:nvPr/>
        </p:nvCxnSpPr>
        <p:spPr>
          <a:xfrm>
            <a:off x="10096499" y="4233704"/>
            <a:ext cx="4916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F39B60-9DDD-14A7-F62F-499B83C84397}"/>
              </a:ext>
            </a:extLst>
          </p:cNvPr>
          <p:cNvCxnSpPr>
            <a:cxnSpLocks/>
          </p:cNvCxnSpPr>
          <p:nvPr/>
        </p:nvCxnSpPr>
        <p:spPr>
          <a:xfrm>
            <a:off x="1657854" y="3693085"/>
            <a:ext cx="76368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9916A87-A463-066C-B903-6EE2E7B44021}"/>
              </a:ext>
            </a:extLst>
          </p:cNvPr>
          <p:cNvCxnSpPr>
            <a:cxnSpLocks/>
          </p:cNvCxnSpPr>
          <p:nvPr/>
        </p:nvCxnSpPr>
        <p:spPr>
          <a:xfrm>
            <a:off x="2445484" y="3693645"/>
            <a:ext cx="2743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CEC2F49-B5A0-4B03-2897-56EB8C68B82F}"/>
              </a:ext>
            </a:extLst>
          </p:cNvPr>
          <p:cNvCxnSpPr>
            <a:cxnSpLocks/>
          </p:cNvCxnSpPr>
          <p:nvPr/>
        </p:nvCxnSpPr>
        <p:spPr>
          <a:xfrm>
            <a:off x="2499229" y="3693085"/>
            <a:ext cx="26937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4DFC4FD-BDF3-5360-F01A-59719498776F}"/>
              </a:ext>
            </a:extLst>
          </p:cNvPr>
          <p:cNvCxnSpPr>
            <a:cxnSpLocks/>
          </p:cNvCxnSpPr>
          <p:nvPr/>
        </p:nvCxnSpPr>
        <p:spPr>
          <a:xfrm>
            <a:off x="2837182" y="3698090"/>
            <a:ext cx="66484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E162AC5-8483-D2CD-F75E-03515E609DD3}"/>
              </a:ext>
            </a:extLst>
          </p:cNvPr>
          <p:cNvCxnSpPr>
            <a:cxnSpLocks/>
          </p:cNvCxnSpPr>
          <p:nvPr/>
        </p:nvCxnSpPr>
        <p:spPr>
          <a:xfrm>
            <a:off x="3603625" y="3698090"/>
            <a:ext cx="18732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A6A4251-B4AE-3127-0C3D-C6666EB1CFA4}"/>
              </a:ext>
            </a:extLst>
          </p:cNvPr>
          <p:cNvCxnSpPr>
            <a:cxnSpLocks/>
          </p:cNvCxnSpPr>
          <p:nvPr/>
        </p:nvCxnSpPr>
        <p:spPr>
          <a:xfrm>
            <a:off x="3816350" y="3698090"/>
            <a:ext cx="952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F7B29BF-E7DD-04CA-2F63-4F8BA0CC84B6}"/>
              </a:ext>
            </a:extLst>
          </p:cNvPr>
          <p:cNvCxnSpPr>
            <a:cxnSpLocks/>
          </p:cNvCxnSpPr>
          <p:nvPr/>
        </p:nvCxnSpPr>
        <p:spPr>
          <a:xfrm>
            <a:off x="4039489" y="3699435"/>
            <a:ext cx="7213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386D9D4-7D0A-A480-2E76-F8875B663F28}"/>
              </a:ext>
            </a:extLst>
          </p:cNvPr>
          <p:cNvCxnSpPr>
            <a:cxnSpLocks/>
          </p:cNvCxnSpPr>
          <p:nvPr/>
        </p:nvCxnSpPr>
        <p:spPr>
          <a:xfrm>
            <a:off x="3526396" y="3699435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B31EEF0-4BF1-29C9-C054-24E74446BC1D}"/>
              </a:ext>
            </a:extLst>
          </p:cNvPr>
          <p:cNvCxnSpPr>
            <a:cxnSpLocks/>
          </p:cNvCxnSpPr>
          <p:nvPr/>
        </p:nvCxnSpPr>
        <p:spPr>
          <a:xfrm>
            <a:off x="3934968" y="3699435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4E0FCB4-AF45-DB24-E1DD-E0458891A2A0}"/>
              </a:ext>
            </a:extLst>
          </p:cNvPr>
          <p:cNvCxnSpPr>
            <a:cxnSpLocks/>
          </p:cNvCxnSpPr>
          <p:nvPr/>
        </p:nvCxnSpPr>
        <p:spPr>
          <a:xfrm>
            <a:off x="4135998" y="3699435"/>
            <a:ext cx="15544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C6D2794-BF22-C1B3-5269-5DB4887BDD3F}"/>
              </a:ext>
            </a:extLst>
          </p:cNvPr>
          <p:cNvCxnSpPr>
            <a:cxnSpLocks/>
          </p:cNvCxnSpPr>
          <p:nvPr/>
        </p:nvCxnSpPr>
        <p:spPr>
          <a:xfrm>
            <a:off x="4309785" y="3699435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5FE3B61-DEE2-BD12-723C-86CC5CCAA67B}"/>
              </a:ext>
            </a:extLst>
          </p:cNvPr>
          <p:cNvCxnSpPr>
            <a:cxnSpLocks/>
          </p:cNvCxnSpPr>
          <p:nvPr/>
        </p:nvCxnSpPr>
        <p:spPr>
          <a:xfrm>
            <a:off x="4394295" y="3699435"/>
            <a:ext cx="39693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11453CC-B2FB-8356-3A02-FF796D0AC884}"/>
              </a:ext>
            </a:extLst>
          </p:cNvPr>
          <p:cNvCxnSpPr>
            <a:cxnSpLocks/>
          </p:cNvCxnSpPr>
          <p:nvPr/>
        </p:nvCxnSpPr>
        <p:spPr>
          <a:xfrm>
            <a:off x="4870490" y="3699995"/>
            <a:ext cx="34286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4F0090E-3FB5-A71D-683B-477EDFE84D36}"/>
              </a:ext>
            </a:extLst>
          </p:cNvPr>
          <p:cNvCxnSpPr>
            <a:cxnSpLocks/>
          </p:cNvCxnSpPr>
          <p:nvPr/>
        </p:nvCxnSpPr>
        <p:spPr>
          <a:xfrm>
            <a:off x="5311775" y="3699435"/>
            <a:ext cx="4191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5D473B4-AB64-4D34-AC80-4F8807354A9E}"/>
              </a:ext>
            </a:extLst>
          </p:cNvPr>
          <p:cNvCxnSpPr>
            <a:cxnSpLocks/>
          </p:cNvCxnSpPr>
          <p:nvPr/>
        </p:nvCxnSpPr>
        <p:spPr>
          <a:xfrm>
            <a:off x="5242119" y="3702610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5D0841B-D703-C412-612E-B022CFC71B49}"/>
              </a:ext>
            </a:extLst>
          </p:cNvPr>
          <p:cNvCxnSpPr>
            <a:cxnSpLocks/>
          </p:cNvCxnSpPr>
          <p:nvPr/>
        </p:nvCxnSpPr>
        <p:spPr>
          <a:xfrm>
            <a:off x="5797717" y="3699435"/>
            <a:ext cx="17445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23BCAEE-A68F-9DE9-A940-62CB585ED945}"/>
              </a:ext>
            </a:extLst>
          </p:cNvPr>
          <p:cNvCxnSpPr>
            <a:cxnSpLocks/>
          </p:cNvCxnSpPr>
          <p:nvPr/>
        </p:nvCxnSpPr>
        <p:spPr>
          <a:xfrm>
            <a:off x="5994594" y="3699435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F7FAF03-FA19-C0F6-82C6-2B067CA183EF}"/>
              </a:ext>
            </a:extLst>
          </p:cNvPr>
          <p:cNvCxnSpPr>
            <a:cxnSpLocks/>
          </p:cNvCxnSpPr>
          <p:nvPr/>
        </p:nvCxnSpPr>
        <p:spPr>
          <a:xfrm>
            <a:off x="6062369" y="3699435"/>
            <a:ext cx="10058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994119E-3E6C-8528-C9C3-3E8860A3EDBE}"/>
              </a:ext>
            </a:extLst>
          </p:cNvPr>
          <p:cNvCxnSpPr>
            <a:cxnSpLocks/>
          </p:cNvCxnSpPr>
          <p:nvPr/>
        </p:nvCxnSpPr>
        <p:spPr>
          <a:xfrm>
            <a:off x="6188269" y="3699435"/>
            <a:ext cx="8235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F01CB3D-188B-7A17-B18C-356ED691594E}"/>
              </a:ext>
            </a:extLst>
          </p:cNvPr>
          <p:cNvCxnSpPr>
            <a:cxnSpLocks/>
          </p:cNvCxnSpPr>
          <p:nvPr/>
        </p:nvCxnSpPr>
        <p:spPr>
          <a:xfrm>
            <a:off x="6296025" y="3699435"/>
            <a:ext cx="2095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EDE8939-452C-7E8D-0F89-5638D56C5F45}"/>
              </a:ext>
            </a:extLst>
          </p:cNvPr>
          <p:cNvCxnSpPr>
            <a:cxnSpLocks/>
          </p:cNvCxnSpPr>
          <p:nvPr/>
        </p:nvCxnSpPr>
        <p:spPr>
          <a:xfrm>
            <a:off x="6530975" y="3699435"/>
            <a:ext cx="7302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FF47690-E1E4-097C-FC5D-517A9EA45390}"/>
              </a:ext>
            </a:extLst>
          </p:cNvPr>
          <p:cNvCxnSpPr>
            <a:cxnSpLocks/>
          </p:cNvCxnSpPr>
          <p:nvPr/>
        </p:nvCxnSpPr>
        <p:spPr>
          <a:xfrm>
            <a:off x="6629400" y="3699995"/>
            <a:ext cx="952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6E426B2-6042-72A0-866A-64CDCBC258C6}"/>
              </a:ext>
            </a:extLst>
          </p:cNvPr>
          <p:cNvCxnSpPr>
            <a:cxnSpLocks/>
          </p:cNvCxnSpPr>
          <p:nvPr/>
        </p:nvCxnSpPr>
        <p:spPr>
          <a:xfrm>
            <a:off x="6746875" y="3699435"/>
            <a:ext cx="5213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D12BC58-912E-1E98-E4AD-3DFCC29DBB03}"/>
              </a:ext>
            </a:extLst>
          </p:cNvPr>
          <p:cNvCxnSpPr>
            <a:cxnSpLocks/>
          </p:cNvCxnSpPr>
          <p:nvPr/>
        </p:nvCxnSpPr>
        <p:spPr>
          <a:xfrm>
            <a:off x="6819900" y="3699435"/>
            <a:ext cx="2159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F19995A-91A9-CCA4-2C3F-1F693E1E0765}"/>
              </a:ext>
            </a:extLst>
          </p:cNvPr>
          <p:cNvCxnSpPr>
            <a:cxnSpLocks/>
          </p:cNvCxnSpPr>
          <p:nvPr/>
        </p:nvCxnSpPr>
        <p:spPr>
          <a:xfrm>
            <a:off x="1635893" y="1560184"/>
            <a:ext cx="895227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BD674B0-A255-61B5-E0FB-53C10D197551}"/>
              </a:ext>
            </a:extLst>
          </p:cNvPr>
          <p:cNvCxnSpPr>
            <a:cxnSpLocks/>
          </p:cNvCxnSpPr>
          <p:nvPr/>
        </p:nvCxnSpPr>
        <p:spPr>
          <a:xfrm>
            <a:off x="7058025" y="3699435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2319418C-9738-F637-4400-958CE82B724F}"/>
              </a:ext>
            </a:extLst>
          </p:cNvPr>
          <p:cNvCxnSpPr>
            <a:cxnSpLocks/>
          </p:cNvCxnSpPr>
          <p:nvPr/>
        </p:nvCxnSpPr>
        <p:spPr>
          <a:xfrm>
            <a:off x="7140575" y="3699435"/>
            <a:ext cx="1778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B1A8909-EA67-0340-E460-233081FD5E6F}"/>
              </a:ext>
            </a:extLst>
          </p:cNvPr>
          <p:cNvCxnSpPr>
            <a:cxnSpLocks/>
          </p:cNvCxnSpPr>
          <p:nvPr/>
        </p:nvCxnSpPr>
        <p:spPr>
          <a:xfrm>
            <a:off x="7340600" y="3699435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697EE92-1552-0CE5-D624-6D931CCD8308}"/>
              </a:ext>
            </a:extLst>
          </p:cNvPr>
          <p:cNvCxnSpPr>
            <a:cxnSpLocks/>
          </p:cNvCxnSpPr>
          <p:nvPr/>
        </p:nvCxnSpPr>
        <p:spPr>
          <a:xfrm>
            <a:off x="7413625" y="3699435"/>
            <a:ext cx="18288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51D3244-F468-F66C-3370-33AA38C00CB1}"/>
              </a:ext>
            </a:extLst>
          </p:cNvPr>
          <p:cNvCxnSpPr>
            <a:cxnSpLocks/>
          </p:cNvCxnSpPr>
          <p:nvPr/>
        </p:nvCxnSpPr>
        <p:spPr>
          <a:xfrm>
            <a:off x="7645399" y="3699435"/>
            <a:ext cx="1188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FFF6013-2CAB-1E8A-6090-C336F5EEF6D9}"/>
              </a:ext>
            </a:extLst>
          </p:cNvPr>
          <p:cNvCxnSpPr>
            <a:cxnSpLocks/>
          </p:cNvCxnSpPr>
          <p:nvPr/>
        </p:nvCxnSpPr>
        <p:spPr>
          <a:xfrm>
            <a:off x="7820024" y="3699435"/>
            <a:ext cx="25603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04DC0608-A06D-E583-13D7-8C1159A22C3F}"/>
              </a:ext>
            </a:extLst>
          </p:cNvPr>
          <p:cNvCxnSpPr>
            <a:cxnSpLocks/>
          </p:cNvCxnSpPr>
          <p:nvPr/>
        </p:nvCxnSpPr>
        <p:spPr>
          <a:xfrm>
            <a:off x="8097109" y="3699435"/>
            <a:ext cx="5445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034D640-A033-F1F3-DB33-9808B45E7F6C}"/>
              </a:ext>
            </a:extLst>
          </p:cNvPr>
          <p:cNvCxnSpPr>
            <a:cxnSpLocks/>
          </p:cNvCxnSpPr>
          <p:nvPr/>
        </p:nvCxnSpPr>
        <p:spPr>
          <a:xfrm>
            <a:off x="8173788" y="3699435"/>
            <a:ext cx="8363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C1B029F-0CD1-D51E-D96A-7F981838863D}"/>
              </a:ext>
            </a:extLst>
          </p:cNvPr>
          <p:cNvCxnSpPr>
            <a:cxnSpLocks/>
          </p:cNvCxnSpPr>
          <p:nvPr/>
        </p:nvCxnSpPr>
        <p:spPr>
          <a:xfrm>
            <a:off x="8277225" y="3699435"/>
            <a:ext cx="12833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AB6205D-3D06-F4E4-5293-FD0AE81CECC5}"/>
              </a:ext>
            </a:extLst>
          </p:cNvPr>
          <p:cNvCxnSpPr>
            <a:cxnSpLocks/>
          </p:cNvCxnSpPr>
          <p:nvPr/>
        </p:nvCxnSpPr>
        <p:spPr>
          <a:xfrm>
            <a:off x="8423275" y="3699435"/>
            <a:ext cx="825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4434E1B-D27E-F926-13D8-08E2F9C791D3}"/>
              </a:ext>
            </a:extLst>
          </p:cNvPr>
          <p:cNvCxnSpPr>
            <a:cxnSpLocks/>
          </p:cNvCxnSpPr>
          <p:nvPr/>
        </p:nvCxnSpPr>
        <p:spPr>
          <a:xfrm>
            <a:off x="8528050" y="3699995"/>
            <a:ext cx="825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D7FA9C4-2F49-D89C-3698-898D4AEE1AAA}"/>
              </a:ext>
            </a:extLst>
          </p:cNvPr>
          <p:cNvCxnSpPr>
            <a:cxnSpLocks/>
          </p:cNvCxnSpPr>
          <p:nvPr/>
        </p:nvCxnSpPr>
        <p:spPr>
          <a:xfrm>
            <a:off x="8632825" y="3699435"/>
            <a:ext cx="1270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7E9D381-D8D1-683B-894E-108DD27C4B7C}"/>
              </a:ext>
            </a:extLst>
          </p:cNvPr>
          <p:cNvCxnSpPr>
            <a:cxnSpLocks/>
          </p:cNvCxnSpPr>
          <p:nvPr/>
        </p:nvCxnSpPr>
        <p:spPr>
          <a:xfrm>
            <a:off x="8842374" y="3703170"/>
            <a:ext cx="5669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94450B1D-3E5F-DF65-68AA-25A333C8A8BA}"/>
              </a:ext>
            </a:extLst>
          </p:cNvPr>
          <p:cNvCxnSpPr>
            <a:cxnSpLocks/>
          </p:cNvCxnSpPr>
          <p:nvPr/>
        </p:nvCxnSpPr>
        <p:spPr>
          <a:xfrm>
            <a:off x="8784317" y="3702610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47BC1803-6EEE-42A8-1078-FF6F74274B2B}"/>
              </a:ext>
            </a:extLst>
          </p:cNvPr>
          <p:cNvCxnSpPr>
            <a:cxnSpLocks/>
          </p:cNvCxnSpPr>
          <p:nvPr/>
        </p:nvCxnSpPr>
        <p:spPr>
          <a:xfrm>
            <a:off x="9432924" y="3705785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EC2DBA-E98C-E620-8BCB-CD57FECFA473}"/>
              </a:ext>
            </a:extLst>
          </p:cNvPr>
          <p:cNvCxnSpPr>
            <a:cxnSpLocks/>
          </p:cNvCxnSpPr>
          <p:nvPr/>
        </p:nvCxnSpPr>
        <p:spPr>
          <a:xfrm>
            <a:off x="9538424" y="3705785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9AE4E46-D726-CB1B-9644-8D15F7DA6DBD}"/>
              </a:ext>
            </a:extLst>
          </p:cNvPr>
          <p:cNvCxnSpPr>
            <a:cxnSpLocks/>
          </p:cNvCxnSpPr>
          <p:nvPr/>
        </p:nvCxnSpPr>
        <p:spPr>
          <a:xfrm>
            <a:off x="9611745" y="3705785"/>
            <a:ext cx="1097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62E63B7-F088-4C2C-0B85-92F4986BF3B7}"/>
              </a:ext>
            </a:extLst>
          </p:cNvPr>
          <p:cNvCxnSpPr>
            <a:cxnSpLocks/>
          </p:cNvCxnSpPr>
          <p:nvPr/>
        </p:nvCxnSpPr>
        <p:spPr>
          <a:xfrm>
            <a:off x="9740481" y="3705785"/>
            <a:ext cx="18139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3F44395-6CBA-A52B-0B49-30A8FFEF28F6}"/>
              </a:ext>
            </a:extLst>
          </p:cNvPr>
          <p:cNvCxnSpPr>
            <a:cxnSpLocks/>
          </p:cNvCxnSpPr>
          <p:nvPr/>
        </p:nvCxnSpPr>
        <p:spPr>
          <a:xfrm>
            <a:off x="9955028" y="3699995"/>
            <a:ext cx="13716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A1A86EF4-DCC4-93F2-14CE-9D2F19417006}"/>
              </a:ext>
            </a:extLst>
          </p:cNvPr>
          <p:cNvCxnSpPr>
            <a:cxnSpLocks/>
          </p:cNvCxnSpPr>
          <p:nvPr/>
        </p:nvCxnSpPr>
        <p:spPr>
          <a:xfrm>
            <a:off x="10114413" y="3699435"/>
            <a:ext cx="47375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F2D6127-84B8-2469-F7DC-565210533F50}"/>
              </a:ext>
            </a:extLst>
          </p:cNvPr>
          <p:cNvCxnSpPr>
            <a:cxnSpLocks/>
          </p:cNvCxnSpPr>
          <p:nvPr/>
        </p:nvCxnSpPr>
        <p:spPr>
          <a:xfrm>
            <a:off x="1657854" y="3167866"/>
            <a:ext cx="3772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EE150DE-0279-22A9-A7A5-5FD608A9314B}"/>
              </a:ext>
            </a:extLst>
          </p:cNvPr>
          <p:cNvCxnSpPr>
            <a:cxnSpLocks/>
          </p:cNvCxnSpPr>
          <p:nvPr/>
        </p:nvCxnSpPr>
        <p:spPr>
          <a:xfrm>
            <a:off x="2081927" y="3167866"/>
            <a:ext cx="3200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03E12E8-83BD-83A9-5FE6-00DB1777035D}"/>
              </a:ext>
            </a:extLst>
          </p:cNvPr>
          <p:cNvCxnSpPr>
            <a:cxnSpLocks/>
          </p:cNvCxnSpPr>
          <p:nvPr/>
        </p:nvCxnSpPr>
        <p:spPr>
          <a:xfrm>
            <a:off x="2427890" y="3167866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C6EE63EC-B18F-F4CD-C409-BD76D1E44B88}"/>
              </a:ext>
            </a:extLst>
          </p:cNvPr>
          <p:cNvCxnSpPr>
            <a:cxnSpLocks/>
          </p:cNvCxnSpPr>
          <p:nvPr/>
        </p:nvCxnSpPr>
        <p:spPr>
          <a:xfrm>
            <a:off x="2515103" y="3167866"/>
            <a:ext cx="23774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96B1DB6-3A49-CB63-EAAE-1ACC55887F93}"/>
              </a:ext>
            </a:extLst>
          </p:cNvPr>
          <p:cNvCxnSpPr>
            <a:cxnSpLocks/>
          </p:cNvCxnSpPr>
          <p:nvPr/>
        </p:nvCxnSpPr>
        <p:spPr>
          <a:xfrm>
            <a:off x="2774950" y="3167866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51BB1FB7-D3F2-7A34-ECB4-C1DD0A856946}"/>
              </a:ext>
            </a:extLst>
          </p:cNvPr>
          <p:cNvCxnSpPr>
            <a:cxnSpLocks/>
          </p:cNvCxnSpPr>
          <p:nvPr/>
        </p:nvCxnSpPr>
        <p:spPr>
          <a:xfrm>
            <a:off x="2861628" y="3167866"/>
            <a:ext cx="41179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3D02CD9-0998-8454-1144-0BEA6E361E39}"/>
              </a:ext>
            </a:extLst>
          </p:cNvPr>
          <p:cNvCxnSpPr>
            <a:cxnSpLocks/>
          </p:cNvCxnSpPr>
          <p:nvPr/>
        </p:nvCxnSpPr>
        <p:spPr>
          <a:xfrm>
            <a:off x="3337878" y="3167866"/>
            <a:ext cx="1355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FE5C7D3-E36E-35AE-EAFB-AA42266D7FE1}"/>
              </a:ext>
            </a:extLst>
          </p:cNvPr>
          <p:cNvCxnSpPr>
            <a:cxnSpLocks/>
          </p:cNvCxnSpPr>
          <p:nvPr/>
        </p:nvCxnSpPr>
        <p:spPr>
          <a:xfrm>
            <a:off x="3496628" y="3170257"/>
            <a:ext cx="10058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AA306293-1F53-DA8A-A585-80F6020374F7}"/>
              </a:ext>
            </a:extLst>
          </p:cNvPr>
          <p:cNvCxnSpPr>
            <a:cxnSpLocks/>
          </p:cNvCxnSpPr>
          <p:nvPr/>
        </p:nvCxnSpPr>
        <p:spPr>
          <a:xfrm>
            <a:off x="3621983" y="3171041"/>
            <a:ext cx="13721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D9543FD-BB1F-44B2-22E3-0576C12B417E}"/>
              </a:ext>
            </a:extLst>
          </p:cNvPr>
          <p:cNvCxnSpPr>
            <a:cxnSpLocks/>
          </p:cNvCxnSpPr>
          <p:nvPr/>
        </p:nvCxnSpPr>
        <p:spPr>
          <a:xfrm>
            <a:off x="3779050" y="3171041"/>
            <a:ext cx="17373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2819E23B-EBBF-61A3-3E2D-339775338F83}"/>
              </a:ext>
            </a:extLst>
          </p:cNvPr>
          <p:cNvCxnSpPr>
            <a:cxnSpLocks/>
          </p:cNvCxnSpPr>
          <p:nvPr/>
        </p:nvCxnSpPr>
        <p:spPr>
          <a:xfrm>
            <a:off x="4010696" y="3167866"/>
            <a:ext cx="13716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4855090-1DA1-C661-68CF-A31C13F1C9D7}"/>
              </a:ext>
            </a:extLst>
          </p:cNvPr>
          <p:cNvCxnSpPr>
            <a:cxnSpLocks/>
          </p:cNvCxnSpPr>
          <p:nvPr/>
        </p:nvCxnSpPr>
        <p:spPr>
          <a:xfrm>
            <a:off x="4173110" y="3167866"/>
            <a:ext cx="9726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8094A7D-679E-CFD0-279C-062A8B79462E}"/>
              </a:ext>
            </a:extLst>
          </p:cNvPr>
          <p:cNvCxnSpPr>
            <a:cxnSpLocks/>
          </p:cNvCxnSpPr>
          <p:nvPr/>
        </p:nvCxnSpPr>
        <p:spPr>
          <a:xfrm>
            <a:off x="4297030" y="3167866"/>
            <a:ext cx="18289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1274962D-8E63-6951-A6E5-E606E9798C67}"/>
              </a:ext>
            </a:extLst>
          </p:cNvPr>
          <p:cNvCxnSpPr>
            <a:cxnSpLocks/>
          </p:cNvCxnSpPr>
          <p:nvPr/>
        </p:nvCxnSpPr>
        <p:spPr>
          <a:xfrm>
            <a:off x="4507664" y="3167866"/>
            <a:ext cx="12801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F1ECCBCF-8EB3-9819-6FEF-805C308CDAA7}"/>
              </a:ext>
            </a:extLst>
          </p:cNvPr>
          <p:cNvCxnSpPr>
            <a:cxnSpLocks/>
          </p:cNvCxnSpPr>
          <p:nvPr/>
        </p:nvCxnSpPr>
        <p:spPr>
          <a:xfrm>
            <a:off x="4694989" y="3167866"/>
            <a:ext cx="7386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1B2C3BF-409C-9EAE-8B35-D3ECB37B4573}"/>
              </a:ext>
            </a:extLst>
          </p:cNvPr>
          <p:cNvCxnSpPr>
            <a:cxnSpLocks/>
          </p:cNvCxnSpPr>
          <p:nvPr/>
        </p:nvCxnSpPr>
        <p:spPr>
          <a:xfrm>
            <a:off x="4796628" y="3167866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A9B1CB9E-7BC2-D684-545D-A0435C4ED2C9}"/>
              </a:ext>
            </a:extLst>
          </p:cNvPr>
          <p:cNvCxnSpPr>
            <a:cxnSpLocks/>
          </p:cNvCxnSpPr>
          <p:nvPr/>
        </p:nvCxnSpPr>
        <p:spPr>
          <a:xfrm>
            <a:off x="4901403" y="3167866"/>
            <a:ext cx="5159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031D5CB0-B139-C872-7D21-6D7967FD3694}"/>
              </a:ext>
            </a:extLst>
          </p:cNvPr>
          <p:cNvCxnSpPr>
            <a:cxnSpLocks/>
          </p:cNvCxnSpPr>
          <p:nvPr/>
        </p:nvCxnSpPr>
        <p:spPr>
          <a:xfrm>
            <a:off x="4980778" y="3167866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C832B12-7110-48DC-C837-FA108B9DFB03}"/>
              </a:ext>
            </a:extLst>
          </p:cNvPr>
          <p:cNvCxnSpPr>
            <a:cxnSpLocks/>
          </p:cNvCxnSpPr>
          <p:nvPr/>
        </p:nvCxnSpPr>
        <p:spPr>
          <a:xfrm>
            <a:off x="5041919" y="3167866"/>
            <a:ext cx="16459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6547A86-2930-D73E-A664-D595B9CFB41A}"/>
              </a:ext>
            </a:extLst>
          </p:cNvPr>
          <p:cNvCxnSpPr>
            <a:cxnSpLocks/>
          </p:cNvCxnSpPr>
          <p:nvPr/>
        </p:nvCxnSpPr>
        <p:spPr>
          <a:xfrm>
            <a:off x="5224358" y="3170257"/>
            <a:ext cx="8741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9CC075F-070F-CC97-9042-18760ABA1CC1}"/>
              </a:ext>
            </a:extLst>
          </p:cNvPr>
          <p:cNvCxnSpPr>
            <a:cxnSpLocks/>
          </p:cNvCxnSpPr>
          <p:nvPr/>
        </p:nvCxnSpPr>
        <p:spPr>
          <a:xfrm>
            <a:off x="5340350" y="3167866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6B4CB5E-3E8D-C1B2-6A49-E9319B5C4724}"/>
              </a:ext>
            </a:extLst>
          </p:cNvPr>
          <p:cNvCxnSpPr>
            <a:cxnSpLocks/>
          </p:cNvCxnSpPr>
          <p:nvPr/>
        </p:nvCxnSpPr>
        <p:spPr>
          <a:xfrm>
            <a:off x="5443433" y="3167866"/>
            <a:ext cx="26521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EEB290B7-CD36-23B1-AA16-7D6B53EEC554}"/>
              </a:ext>
            </a:extLst>
          </p:cNvPr>
          <p:cNvCxnSpPr>
            <a:cxnSpLocks/>
          </p:cNvCxnSpPr>
          <p:nvPr/>
        </p:nvCxnSpPr>
        <p:spPr>
          <a:xfrm>
            <a:off x="5730875" y="3167866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8B6F3B0B-DCE0-5C86-33F3-BC77AA6E3F3D}"/>
              </a:ext>
            </a:extLst>
          </p:cNvPr>
          <p:cNvCxnSpPr>
            <a:cxnSpLocks/>
          </p:cNvCxnSpPr>
          <p:nvPr/>
        </p:nvCxnSpPr>
        <p:spPr>
          <a:xfrm>
            <a:off x="5834194" y="3167866"/>
            <a:ext cx="11575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3F64B9B1-61F3-5D53-52CC-2A1827EAA560}"/>
              </a:ext>
            </a:extLst>
          </p:cNvPr>
          <p:cNvCxnSpPr>
            <a:cxnSpLocks/>
          </p:cNvCxnSpPr>
          <p:nvPr/>
        </p:nvCxnSpPr>
        <p:spPr>
          <a:xfrm>
            <a:off x="5975960" y="3167866"/>
            <a:ext cx="8640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2BDE989-599D-DF68-BDE4-00625A9F0FF4}"/>
              </a:ext>
            </a:extLst>
          </p:cNvPr>
          <p:cNvCxnSpPr>
            <a:cxnSpLocks/>
          </p:cNvCxnSpPr>
          <p:nvPr/>
        </p:nvCxnSpPr>
        <p:spPr>
          <a:xfrm>
            <a:off x="6076544" y="3170257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0D9A24E-4D55-BF6F-C7D5-86AB29477D73}"/>
              </a:ext>
            </a:extLst>
          </p:cNvPr>
          <p:cNvCxnSpPr>
            <a:cxnSpLocks/>
          </p:cNvCxnSpPr>
          <p:nvPr/>
        </p:nvCxnSpPr>
        <p:spPr>
          <a:xfrm>
            <a:off x="6152773" y="3167866"/>
            <a:ext cx="19087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CED7906F-8EB0-4019-57C2-1B26207FCC81}"/>
              </a:ext>
            </a:extLst>
          </p:cNvPr>
          <p:cNvCxnSpPr>
            <a:cxnSpLocks/>
          </p:cNvCxnSpPr>
          <p:nvPr/>
        </p:nvCxnSpPr>
        <p:spPr>
          <a:xfrm>
            <a:off x="6365498" y="3167866"/>
            <a:ext cx="11785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B931F71B-43EB-E8B9-7638-F68A406784C8}"/>
              </a:ext>
            </a:extLst>
          </p:cNvPr>
          <p:cNvCxnSpPr>
            <a:cxnSpLocks/>
          </p:cNvCxnSpPr>
          <p:nvPr/>
        </p:nvCxnSpPr>
        <p:spPr>
          <a:xfrm>
            <a:off x="6513135" y="3167866"/>
            <a:ext cx="13716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EB9F128-EAA4-DCCC-B674-E46FFE36B561}"/>
              </a:ext>
            </a:extLst>
          </p:cNvPr>
          <p:cNvCxnSpPr>
            <a:cxnSpLocks/>
          </p:cNvCxnSpPr>
          <p:nvPr/>
        </p:nvCxnSpPr>
        <p:spPr>
          <a:xfrm>
            <a:off x="6723354" y="3167866"/>
            <a:ext cx="914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C5B98555-E091-E39B-9636-258A4E4E1E6D}"/>
              </a:ext>
            </a:extLst>
          </p:cNvPr>
          <p:cNvCxnSpPr>
            <a:cxnSpLocks/>
          </p:cNvCxnSpPr>
          <p:nvPr/>
        </p:nvCxnSpPr>
        <p:spPr>
          <a:xfrm>
            <a:off x="6840829" y="3167866"/>
            <a:ext cx="13716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9724DA2E-5927-004E-C925-4657E529C6E2}"/>
              </a:ext>
            </a:extLst>
          </p:cNvPr>
          <p:cNvCxnSpPr>
            <a:cxnSpLocks/>
          </p:cNvCxnSpPr>
          <p:nvPr/>
        </p:nvCxnSpPr>
        <p:spPr>
          <a:xfrm>
            <a:off x="7000240" y="3167866"/>
            <a:ext cx="14630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5D01FB4-8AAF-7710-3835-F2A812BBBD59}"/>
              </a:ext>
            </a:extLst>
          </p:cNvPr>
          <p:cNvCxnSpPr>
            <a:cxnSpLocks/>
          </p:cNvCxnSpPr>
          <p:nvPr/>
        </p:nvCxnSpPr>
        <p:spPr>
          <a:xfrm>
            <a:off x="7169155" y="3167866"/>
            <a:ext cx="11716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CA98929-873D-CCFE-BB9C-C5A4B1675284}"/>
              </a:ext>
            </a:extLst>
          </p:cNvPr>
          <p:cNvCxnSpPr>
            <a:cxnSpLocks/>
          </p:cNvCxnSpPr>
          <p:nvPr/>
        </p:nvCxnSpPr>
        <p:spPr>
          <a:xfrm>
            <a:off x="7311662" y="3167866"/>
            <a:ext cx="10196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236C8BB6-DB08-456F-D5F6-A01E89E3D384}"/>
              </a:ext>
            </a:extLst>
          </p:cNvPr>
          <p:cNvCxnSpPr>
            <a:cxnSpLocks/>
          </p:cNvCxnSpPr>
          <p:nvPr/>
        </p:nvCxnSpPr>
        <p:spPr>
          <a:xfrm>
            <a:off x="7435754" y="3170625"/>
            <a:ext cx="14630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37FDD699-CEB5-DD47-80E8-46727DE91B32}"/>
              </a:ext>
            </a:extLst>
          </p:cNvPr>
          <p:cNvCxnSpPr>
            <a:cxnSpLocks/>
          </p:cNvCxnSpPr>
          <p:nvPr/>
        </p:nvCxnSpPr>
        <p:spPr>
          <a:xfrm>
            <a:off x="7667497" y="3167866"/>
            <a:ext cx="7858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9F238DBB-6781-E757-09D8-D8A89F8CA128}"/>
              </a:ext>
            </a:extLst>
          </p:cNvPr>
          <p:cNvCxnSpPr>
            <a:cxnSpLocks/>
          </p:cNvCxnSpPr>
          <p:nvPr/>
        </p:nvCxnSpPr>
        <p:spPr>
          <a:xfrm>
            <a:off x="7767446" y="3167866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526D75B-43C7-D619-0D77-E71D22050355}"/>
              </a:ext>
            </a:extLst>
          </p:cNvPr>
          <p:cNvCxnSpPr>
            <a:cxnSpLocks/>
          </p:cNvCxnSpPr>
          <p:nvPr/>
        </p:nvCxnSpPr>
        <p:spPr>
          <a:xfrm>
            <a:off x="7842249" y="3167866"/>
            <a:ext cx="20002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1B13474-B31C-6D72-9C18-BAE656D15B48}"/>
              </a:ext>
            </a:extLst>
          </p:cNvPr>
          <p:cNvCxnSpPr>
            <a:cxnSpLocks/>
          </p:cNvCxnSpPr>
          <p:nvPr/>
        </p:nvCxnSpPr>
        <p:spPr>
          <a:xfrm>
            <a:off x="8067425" y="3167866"/>
            <a:ext cx="10636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DC483CB4-7F0E-7EB0-B94A-453A965D4750}"/>
              </a:ext>
            </a:extLst>
          </p:cNvPr>
          <p:cNvCxnSpPr>
            <a:cxnSpLocks/>
          </p:cNvCxnSpPr>
          <p:nvPr/>
        </p:nvCxnSpPr>
        <p:spPr>
          <a:xfrm>
            <a:off x="8250781" y="3167866"/>
            <a:ext cx="17249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D3F69FD7-9742-0E7B-7E94-4F035B7F837B}"/>
              </a:ext>
            </a:extLst>
          </p:cNvPr>
          <p:cNvCxnSpPr>
            <a:cxnSpLocks/>
          </p:cNvCxnSpPr>
          <p:nvPr/>
        </p:nvCxnSpPr>
        <p:spPr>
          <a:xfrm>
            <a:off x="8444978" y="3167866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B43F5F66-E9E1-09E7-B73F-9392B3D66C54}"/>
              </a:ext>
            </a:extLst>
          </p:cNvPr>
          <p:cNvCxnSpPr>
            <a:cxnSpLocks/>
          </p:cNvCxnSpPr>
          <p:nvPr/>
        </p:nvCxnSpPr>
        <p:spPr>
          <a:xfrm>
            <a:off x="8197328" y="3167866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289416F6-6DB8-399C-CC0F-4EA5FF13BEE9}"/>
              </a:ext>
            </a:extLst>
          </p:cNvPr>
          <p:cNvCxnSpPr>
            <a:cxnSpLocks/>
          </p:cNvCxnSpPr>
          <p:nvPr/>
        </p:nvCxnSpPr>
        <p:spPr>
          <a:xfrm>
            <a:off x="8512991" y="3167866"/>
            <a:ext cx="13716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87977AF-8E1A-A619-64AC-843B5BBC2F96}"/>
              </a:ext>
            </a:extLst>
          </p:cNvPr>
          <p:cNvCxnSpPr>
            <a:cxnSpLocks/>
          </p:cNvCxnSpPr>
          <p:nvPr/>
        </p:nvCxnSpPr>
        <p:spPr>
          <a:xfrm>
            <a:off x="8677183" y="3167866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62CD16C0-13E7-4EF2-0F28-EEBF57E4C038}"/>
              </a:ext>
            </a:extLst>
          </p:cNvPr>
          <p:cNvCxnSpPr>
            <a:cxnSpLocks/>
          </p:cNvCxnSpPr>
          <p:nvPr/>
        </p:nvCxnSpPr>
        <p:spPr>
          <a:xfrm>
            <a:off x="8759825" y="3167866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C0DA740-FB3C-3277-F2C5-145A46C0DF96}"/>
              </a:ext>
            </a:extLst>
          </p:cNvPr>
          <p:cNvCxnSpPr>
            <a:cxnSpLocks/>
          </p:cNvCxnSpPr>
          <p:nvPr/>
        </p:nvCxnSpPr>
        <p:spPr>
          <a:xfrm>
            <a:off x="8864600" y="3167866"/>
            <a:ext cx="914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41CD11D9-E214-E0BE-B557-E2BFDCD3B98B}"/>
              </a:ext>
            </a:extLst>
          </p:cNvPr>
          <p:cNvCxnSpPr>
            <a:cxnSpLocks/>
          </p:cNvCxnSpPr>
          <p:nvPr/>
        </p:nvCxnSpPr>
        <p:spPr>
          <a:xfrm>
            <a:off x="9001934" y="3167866"/>
            <a:ext cx="36985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8E4616AD-57E3-BAB2-20AD-53C30F4DD57D}"/>
              </a:ext>
            </a:extLst>
          </p:cNvPr>
          <p:cNvCxnSpPr>
            <a:cxnSpLocks/>
          </p:cNvCxnSpPr>
          <p:nvPr/>
        </p:nvCxnSpPr>
        <p:spPr>
          <a:xfrm>
            <a:off x="9395346" y="3167866"/>
            <a:ext cx="38404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C1B850C6-FEBF-FC8B-36E1-771590CCC8ED}"/>
              </a:ext>
            </a:extLst>
          </p:cNvPr>
          <p:cNvCxnSpPr>
            <a:cxnSpLocks/>
          </p:cNvCxnSpPr>
          <p:nvPr/>
        </p:nvCxnSpPr>
        <p:spPr>
          <a:xfrm>
            <a:off x="9876426" y="3167866"/>
            <a:ext cx="2286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382DFE70-DF18-E986-7837-CEBE8988608E}"/>
              </a:ext>
            </a:extLst>
          </p:cNvPr>
          <p:cNvCxnSpPr>
            <a:cxnSpLocks/>
          </p:cNvCxnSpPr>
          <p:nvPr/>
        </p:nvCxnSpPr>
        <p:spPr>
          <a:xfrm>
            <a:off x="10125946" y="3167866"/>
            <a:ext cx="46222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E44988E6-ED5A-5DDA-92BE-1D9E0764F8F3}"/>
              </a:ext>
            </a:extLst>
          </p:cNvPr>
          <p:cNvCxnSpPr>
            <a:cxnSpLocks/>
          </p:cNvCxnSpPr>
          <p:nvPr/>
        </p:nvCxnSpPr>
        <p:spPr>
          <a:xfrm>
            <a:off x="9804669" y="3167866"/>
            <a:ext cx="4239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D7AB9093-0A24-9F26-9B4F-BBE78DA59813}"/>
              </a:ext>
            </a:extLst>
          </p:cNvPr>
          <p:cNvCxnSpPr>
            <a:cxnSpLocks/>
          </p:cNvCxnSpPr>
          <p:nvPr/>
        </p:nvCxnSpPr>
        <p:spPr>
          <a:xfrm>
            <a:off x="1642362" y="2631291"/>
            <a:ext cx="51028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F701035C-75D6-FD8A-4B71-7C3A7755A543}"/>
              </a:ext>
            </a:extLst>
          </p:cNvPr>
          <p:cNvCxnSpPr>
            <a:cxnSpLocks/>
          </p:cNvCxnSpPr>
          <p:nvPr/>
        </p:nvCxnSpPr>
        <p:spPr>
          <a:xfrm>
            <a:off x="2172745" y="2628116"/>
            <a:ext cx="21031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C1D72B2-BF39-DB21-9506-AB7770498081}"/>
              </a:ext>
            </a:extLst>
          </p:cNvPr>
          <p:cNvCxnSpPr>
            <a:cxnSpLocks/>
          </p:cNvCxnSpPr>
          <p:nvPr/>
        </p:nvCxnSpPr>
        <p:spPr>
          <a:xfrm>
            <a:off x="2409947" y="2628116"/>
            <a:ext cx="10058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FB06135B-655F-A85A-B96E-70E66FF143A3}"/>
              </a:ext>
            </a:extLst>
          </p:cNvPr>
          <p:cNvCxnSpPr>
            <a:cxnSpLocks/>
          </p:cNvCxnSpPr>
          <p:nvPr/>
        </p:nvCxnSpPr>
        <p:spPr>
          <a:xfrm>
            <a:off x="2530979" y="2628116"/>
            <a:ext cx="5982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B8E609BA-48E1-0D05-5957-A9090EDC164A}"/>
              </a:ext>
            </a:extLst>
          </p:cNvPr>
          <p:cNvCxnSpPr>
            <a:cxnSpLocks/>
          </p:cNvCxnSpPr>
          <p:nvPr/>
        </p:nvCxnSpPr>
        <p:spPr>
          <a:xfrm>
            <a:off x="2675693" y="2628116"/>
            <a:ext cx="5982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60E0E1F5-7A2B-D1C9-F9A2-109629927855}"/>
              </a:ext>
            </a:extLst>
          </p:cNvPr>
          <p:cNvCxnSpPr>
            <a:cxnSpLocks/>
          </p:cNvCxnSpPr>
          <p:nvPr/>
        </p:nvCxnSpPr>
        <p:spPr>
          <a:xfrm>
            <a:off x="2755189" y="2628116"/>
            <a:ext cx="1097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D7364915-AB66-6547-31F3-EAF4C8080F78}"/>
              </a:ext>
            </a:extLst>
          </p:cNvPr>
          <p:cNvCxnSpPr>
            <a:cxnSpLocks/>
          </p:cNvCxnSpPr>
          <p:nvPr/>
        </p:nvCxnSpPr>
        <p:spPr>
          <a:xfrm>
            <a:off x="2890203" y="2628116"/>
            <a:ext cx="36099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5769348E-5E22-933E-AE1A-67962EE2AC9A}"/>
              </a:ext>
            </a:extLst>
          </p:cNvPr>
          <p:cNvCxnSpPr>
            <a:cxnSpLocks/>
          </p:cNvCxnSpPr>
          <p:nvPr/>
        </p:nvCxnSpPr>
        <p:spPr>
          <a:xfrm>
            <a:off x="3273425" y="2628116"/>
            <a:ext cx="6445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9D8B9F57-6448-4CBA-9ED3-1CFD7FBCDA41}"/>
              </a:ext>
            </a:extLst>
          </p:cNvPr>
          <p:cNvCxnSpPr>
            <a:cxnSpLocks/>
          </p:cNvCxnSpPr>
          <p:nvPr/>
        </p:nvCxnSpPr>
        <p:spPr>
          <a:xfrm>
            <a:off x="3366610" y="2628116"/>
            <a:ext cx="7315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94997442-481F-A039-0D0A-2EE3557E607A}"/>
              </a:ext>
            </a:extLst>
          </p:cNvPr>
          <p:cNvCxnSpPr>
            <a:cxnSpLocks/>
          </p:cNvCxnSpPr>
          <p:nvPr/>
        </p:nvCxnSpPr>
        <p:spPr>
          <a:xfrm>
            <a:off x="3465449" y="2628116"/>
            <a:ext cx="14630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D819E32E-7B5C-C8C7-6F21-D77CC1DA729D}"/>
              </a:ext>
            </a:extLst>
          </p:cNvPr>
          <p:cNvCxnSpPr>
            <a:cxnSpLocks/>
          </p:cNvCxnSpPr>
          <p:nvPr/>
        </p:nvCxnSpPr>
        <p:spPr>
          <a:xfrm>
            <a:off x="3641471" y="2628116"/>
            <a:ext cx="7962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AD8A290D-989E-D292-CC3D-65E9B8947653}"/>
              </a:ext>
            </a:extLst>
          </p:cNvPr>
          <p:cNvCxnSpPr>
            <a:cxnSpLocks/>
          </p:cNvCxnSpPr>
          <p:nvPr/>
        </p:nvCxnSpPr>
        <p:spPr>
          <a:xfrm>
            <a:off x="3744785" y="2628116"/>
            <a:ext cx="42716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BC44AFC1-338E-432C-76E0-18ED1EDDC004}"/>
              </a:ext>
            </a:extLst>
          </p:cNvPr>
          <p:cNvCxnSpPr>
            <a:cxnSpLocks/>
          </p:cNvCxnSpPr>
          <p:nvPr/>
        </p:nvCxnSpPr>
        <p:spPr>
          <a:xfrm>
            <a:off x="4194664" y="2628116"/>
            <a:ext cx="6301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8F3FCB1-211D-52C3-DCE8-38A4C5F8068D}"/>
              </a:ext>
            </a:extLst>
          </p:cNvPr>
          <p:cNvCxnSpPr>
            <a:cxnSpLocks/>
          </p:cNvCxnSpPr>
          <p:nvPr/>
        </p:nvCxnSpPr>
        <p:spPr>
          <a:xfrm>
            <a:off x="4278279" y="2631291"/>
            <a:ext cx="23974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01D2B4EF-9852-01DE-1DD8-E0A23D8FDC3A}"/>
              </a:ext>
            </a:extLst>
          </p:cNvPr>
          <p:cNvCxnSpPr>
            <a:cxnSpLocks/>
          </p:cNvCxnSpPr>
          <p:nvPr/>
        </p:nvCxnSpPr>
        <p:spPr>
          <a:xfrm>
            <a:off x="4541959" y="2634466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E2A5179A-C4A2-0659-C98E-1C99A5FB62AB}"/>
              </a:ext>
            </a:extLst>
          </p:cNvPr>
          <p:cNvCxnSpPr>
            <a:cxnSpLocks/>
          </p:cNvCxnSpPr>
          <p:nvPr/>
        </p:nvCxnSpPr>
        <p:spPr>
          <a:xfrm>
            <a:off x="4630744" y="2634466"/>
            <a:ext cx="8413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9161D737-FCC2-892A-3651-1741B14F17FD}"/>
              </a:ext>
            </a:extLst>
          </p:cNvPr>
          <p:cNvCxnSpPr>
            <a:cxnSpLocks/>
          </p:cNvCxnSpPr>
          <p:nvPr/>
        </p:nvCxnSpPr>
        <p:spPr>
          <a:xfrm>
            <a:off x="4764133" y="2631291"/>
            <a:ext cx="3108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618BBAF8-DA26-2090-178E-A37A2D999DAF}"/>
              </a:ext>
            </a:extLst>
          </p:cNvPr>
          <p:cNvCxnSpPr>
            <a:cxnSpLocks/>
          </p:cNvCxnSpPr>
          <p:nvPr/>
        </p:nvCxnSpPr>
        <p:spPr>
          <a:xfrm>
            <a:off x="5100644" y="2631291"/>
            <a:ext cx="8413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E5502E65-2FAA-C617-6105-20915A09D576}"/>
              </a:ext>
            </a:extLst>
          </p:cNvPr>
          <p:cNvCxnSpPr>
            <a:cxnSpLocks/>
          </p:cNvCxnSpPr>
          <p:nvPr/>
        </p:nvCxnSpPr>
        <p:spPr>
          <a:xfrm>
            <a:off x="5213350" y="2631291"/>
            <a:ext cx="25082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F0DD4991-EF02-5D4D-13E2-6FB7D576B20B}"/>
              </a:ext>
            </a:extLst>
          </p:cNvPr>
          <p:cNvCxnSpPr>
            <a:cxnSpLocks/>
          </p:cNvCxnSpPr>
          <p:nvPr/>
        </p:nvCxnSpPr>
        <p:spPr>
          <a:xfrm>
            <a:off x="5489575" y="2631291"/>
            <a:ext cx="1905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68685057-2161-92ED-837A-25F160C9019A}"/>
              </a:ext>
            </a:extLst>
          </p:cNvPr>
          <p:cNvCxnSpPr>
            <a:cxnSpLocks/>
          </p:cNvCxnSpPr>
          <p:nvPr/>
        </p:nvCxnSpPr>
        <p:spPr>
          <a:xfrm>
            <a:off x="5705642" y="2631291"/>
            <a:ext cx="1554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1BD6CED-ABBB-827D-09C5-58ABDA232618}"/>
              </a:ext>
            </a:extLst>
          </p:cNvPr>
          <p:cNvCxnSpPr>
            <a:cxnSpLocks/>
          </p:cNvCxnSpPr>
          <p:nvPr/>
        </p:nvCxnSpPr>
        <p:spPr>
          <a:xfrm>
            <a:off x="5884906" y="2631291"/>
            <a:ext cx="5869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AC2C3B3B-1E4E-0346-0E1F-09A132702DCB}"/>
              </a:ext>
            </a:extLst>
          </p:cNvPr>
          <p:cNvCxnSpPr>
            <a:cxnSpLocks/>
          </p:cNvCxnSpPr>
          <p:nvPr/>
        </p:nvCxnSpPr>
        <p:spPr>
          <a:xfrm>
            <a:off x="5957253" y="2631291"/>
            <a:ext cx="1188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917D62C-DF7A-7809-4B32-C98A4349568B}"/>
              </a:ext>
            </a:extLst>
          </p:cNvPr>
          <p:cNvCxnSpPr>
            <a:cxnSpLocks/>
          </p:cNvCxnSpPr>
          <p:nvPr/>
        </p:nvCxnSpPr>
        <p:spPr>
          <a:xfrm>
            <a:off x="6122185" y="2631291"/>
            <a:ext cx="25603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55C8FCA-902F-9CE1-D72D-0929698316D2}"/>
              </a:ext>
            </a:extLst>
          </p:cNvPr>
          <p:cNvCxnSpPr>
            <a:cxnSpLocks/>
          </p:cNvCxnSpPr>
          <p:nvPr/>
        </p:nvCxnSpPr>
        <p:spPr>
          <a:xfrm>
            <a:off x="6398514" y="2631291"/>
            <a:ext cx="6261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3EF7920-1991-DB3B-6587-22AA1B1F51D2}"/>
              </a:ext>
            </a:extLst>
          </p:cNvPr>
          <p:cNvCxnSpPr>
            <a:cxnSpLocks/>
          </p:cNvCxnSpPr>
          <p:nvPr/>
        </p:nvCxnSpPr>
        <p:spPr>
          <a:xfrm>
            <a:off x="6487414" y="2631291"/>
            <a:ext cx="35471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D58DE4F3-C4DF-520F-6CCD-9FD8D697156C}"/>
              </a:ext>
            </a:extLst>
          </p:cNvPr>
          <p:cNvCxnSpPr>
            <a:cxnSpLocks/>
          </p:cNvCxnSpPr>
          <p:nvPr/>
        </p:nvCxnSpPr>
        <p:spPr>
          <a:xfrm>
            <a:off x="6864794" y="2634466"/>
            <a:ext cx="6305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1CA692B7-130D-B3F0-D430-566A9EEADAEA}"/>
              </a:ext>
            </a:extLst>
          </p:cNvPr>
          <p:cNvCxnSpPr>
            <a:cxnSpLocks/>
          </p:cNvCxnSpPr>
          <p:nvPr/>
        </p:nvCxnSpPr>
        <p:spPr>
          <a:xfrm>
            <a:off x="6956425" y="2634466"/>
            <a:ext cx="21272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5DD2FD2E-ACB3-B1A2-6CDA-DE9EAB8391CC}"/>
              </a:ext>
            </a:extLst>
          </p:cNvPr>
          <p:cNvCxnSpPr>
            <a:cxnSpLocks/>
          </p:cNvCxnSpPr>
          <p:nvPr/>
        </p:nvCxnSpPr>
        <p:spPr>
          <a:xfrm>
            <a:off x="7189470" y="2631291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6E37FC27-3D26-D29D-188F-17A6EE2BAF26}"/>
              </a:ext>
            </a:extLst>
          </p:cNvPr>
          <p:cNvCxnSpPr>
            <a:cxnSpLocks/>
          </p:cNvCxnSpPr>
          <p:nvPr/>
        </p:nvCxnSpPr>
        <p:spPr>
          <a:xfrm>
            <a:off x="7264400" y="2631291"/>
            <a:ext cx="17462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30EED484-7D86-EBDD-7299-747AA01D3B25}"/>
              </a:ext>
            </a:extLst>
          </p:cNvPr>
          <p:cNvCxnSpPr>
            <a:cxnSpLocks/>
          </p:cNvCxnSpPr>
          <p:nvPr/>
        </p:nvCxnSpPr>
        <p:spPr>
          <a:xfrm>
            <a:off x="7463155" y="2631291"/>
            <a:ext cx="914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2C8BBC66-25B1-187D-742E-79926C0AB197}"/>
              </a:ext>
            </a:extLst>
          </p:cNvPr>
          <p:cNvCxnSpPr>
            <a:cxnSpLocks/>
          </p:cNvCxnSpPr>
          <p:nvPr/>
        </p:nvCxnSpPr>
        <p:spPr>
          <a:xfrm>
            <a:off x="7582535" y="2631291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4C223FC3-E372-8F4F-56A9-4CBDC58C3012}"/>
              </a:ext>
            </a:extLst>
          </p:cNvPr>
          <p:cNvCxnSpPr>
            <a:cxnSpLocks/>
          </p:cNvCxnSpPr>
          <p:nvPr/>
        </p:nvCxnSpPr>
        <p:spPr>
          <a:xfrm>
            <a:off x="7688071" y="2631291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8B3FDFA0-FBF5-F0D9-B7C3-D57A2ADEEE9C}"/>
              </a:ext>
            </a:extLst>
          </p:cNvPr>
          <p:cNvCxnSpPr>
            <a:cxnSpLocks/>
          </p:cNvCxnSpPr>
          <p:nvPr/>
        </p:nvCxnSpPr>
        <p:spPr>
          <a:xfrm>
            <a:off x="7746081" y="2631291"/>
            <a:ext cx="914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87E32FE-DCA9-CF1A-EDE5-683BFCD496ED}"/>
              </a:ext>
            </a:extLst>
          </p:cNvPr>
          <p:cNvCxnSpPr>
            <a:cxnSpLocks/>
          </p:cNvCxnSpPr>
          <p:nvPr/>
        </p:nvCxnSpPr>
        <p:spPr>
          <a:xfrm>
            <a:off x="7862696" y="2631291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3125E3BE-C5C1-9081-2651-4C21743A6EA7}"/>
              </a:ext>
            </a:extLst>
          </p:cNvPr>
          <p:cNvCxnSpPr>
            <a:cxnSpLocks/>
          </p:cNvCxnSpPr>
          <p:nvPr/>
        </p:nvCxnSpPr>
        <p:spPr>
          <a:xfrm>
            <a:off x="7943945" y="2631291"/>
            <a:ext cx="25603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82E09A5-582B-84AB-9BC3-A3FDAD8C28B4}"/>
              </a:ext>
            </a:extLst>
          </p:cNvPr>
          <p:cNvCxnSpPr>
            <a:cxnSpLocks/>
          </p:cNvCxnSpPr>
          <p:nvPr/>
        </p:nvCxnSpPr>
        <p:spPr>
          <a:xfrm>
            <a:off x="8231318" y="2631291"/>
            <a:ext cx="21031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66A04C3A-360D-65F5-0300-5D287B5BB872}"/>
              </a:ext>
            </a:extLst>
          </p:cNvPr>
          <p:cNvCxnSpPr>
            <a:cxnSpLocks/>
          </p:cNvCxnSpPr>
          <p:nvPr/>
        </p:nvCxnSpPr>
        <p:spPr>
          <a:xfrm>
            <a:off x="8492109" y="2631291"/>
            <a:ext cx="21945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0E6E9CD1-AB6E-A9AB-0E53-8C81397AB8F8}"/>
              </a:ext>
            </a:extLst>
          </p:cNvPr>
          <p:cNvCxnSpPr>
            <a:cxnSpLocks/>
          </p:cNvCxnSpPr>
          <p:nvPr/>
        </p:nvCxnSpPr>
        <p:spPr>
          <a:xfrm>
            <a:off x="8736565" y="2631291"/>
            <a:ext cx="1188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2270D9CB-883F-1808-882F-F58E3D748D83}"/>
              </a:ext>
            </a:extLst>
          </p:cNvPr>
          <p:cNvCxnSpPr>
            <a:cxnSpLocks/>
          </p:cNvCxnSpPr>
          <p:nvPr/>
        </p:nvCxnSpPr>
        <p:spPr>
          <a:xfrm>
            <a:off x="8881745" y="2631291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E9240C94-E080-448F-6416-39F90FEAE65A}"/>
              </a:ext>
            </a:extLst>
          </p:cNvPr>
          <p:cNvCxnSpPr>
            <a:cxnSpLocks/>
          </p:cNvCxnSpPr>
          <p:nvPr/>
        </p:nvCxnSpPr>
        <p:spPr>
          <a:xfrm>
            <a:off x="8944439" y="2631002"/>
            <a:ext cx="9478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F2BAC75-B38D-1183-DA3C-4C3B56B89557}"/>
              </a:ext>
            </a:extLst>
          </p:cNvPr>
          <p:cNvCxnSpPr>
            <a:cxnSpLocks/>
          </p:cNvCxnSpPr>
          <p:nvPr/>
        </p:nvCxnSpPr>
        <p:spPr>
          <a:xfrm>
            <a:off x="9062802" y="2631002"/>
            <a:ext cx="28439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2AB06FDC-D442-7AA1-ED97-CE4016E99375}"/>
              </a:ext>
            </a:extLst>
          </p:cNvPr>
          <p:cNvCxnSpPr>
            <a:cxnSpLocks/>
          </p:cNvCxnSpPr>
          <p:nvPr/>
        </p:nvCxnSpPr>
        <p:spPr>
          <a:xfrm>
            <a:off x="9373021" y="2631002"/>
            <a:ext cx="7498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435EFDD5-B238-7BE9-D41F-0AB467EAD3C2}"/>
              </a:ext>
            </a:extLst>
          </p:cNvPr>
          <p:cNvCxnSpPr>
            <a:cxnSpLocks/>
          </p:cNvCxnSpPr>
          <p:nvPr/>
        </p:nvCxnSpPr>
        <p:spPr>
          <a:xfrm>
            <a:off x="10144334" y="2627827"/>
            <a:ext cx="44383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8FD8ECE-5236-BF64-6402-2CCDC2A8B37C}"/>
              </a:ext>
            </a:extLst>
          </p:cNvPr>
          <p:cNvCxnSpPr>
            <a:cxnSpLocks/>
          </p:cNvCxnSpPr>
          <p:nvPr/>
        </p:nvCxnSpPr>
        <p:spPr>
          <a:xfrm>
            <a:off x="1642362" y="2084724"/>
            <a:ext cx="58521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20C2B597-D11E-6D5D-1F2B-1AAE78EC1E5D}"/>
              </a:ext>
            </a:extLst>
          </p:cNvPr>
          <p:cNvCxnSpPr>
            <a:cxnSpLocks/>
          </p:cNvCxnSpPr>
          <p:nvPr/>
        </p:nvCxnSpPr>
        <p:spPr>
          <a:xfrm>
            <a:off x="2266188" y="2084724"/>
            <a:ext cx="9918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23285A62-64C3-CCA1-9E51-ED81CE42B376}"/>
              </a:ext>
            </a:extLst>
          </p:cNvPr>
          <p:cNvCxnSpPr>
            <a:cxnSpLocks/>
          </p:cNvCxnSpPr>
          <p:nvPr/>
        </p:nvCxnSpPr>
        <p:spPr>
          <a:xfrm>
            <a:off x="2392715" y="2084724"/>
            <a:ext cx="12801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301BD6CF-4B74-FE59-5E77-8CB5501831D7}"/>
              </a:ext>
            </a:extLst>
          </p:cNvPr>
          <p:cNvCxnSpPr>
            <a:cxnSpLocks/>
          </p:cNvCxnSpPr>
          <p:nvPr/>
        </p:nvCxnSpPr>
        <p:spPr>
          <a:xfrm>
            <a:off x="2578603" y="2084724"/>
            <a:ext cx="1097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25DA9832-8700-93B0-C33B-AE1723523C4B}"/>
              </a:ext>
            </a:extLst>
          </p:cNvPr>
          <p:cNvCxnSpPr>
            <a:cxnSpLocks/>
          </p:cNvCxnSpPr>
          <p:nvPr/>
        </p:nvCxnSpPr>
        <p:spPr>
          <a:xfrm>
            <a:off x="2735072" y="2084724"/>
            <a:ext cx="2834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CCB8E6C6-8A7B-17C9-AA91-E5D32B7CF5A4}"/>
              </a:ext>
            </a:extLst>
          </p:cNvPr>
          <p:cNvCxnSpPr>
            <a:cxnSpLocks/>
          </p:cNvCxnSpPr>
          <p:nvPr/>
        </p:nvCxnSpPr>
        <p:spPr>
          <a:xfrm>
            <a:off x="3040157" y="2084724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EDFC7286-E634-9917-A42F-C55664F6F9E6}"/>
              </a:ext>
            </a:extLst>
          </p:cNvPr>
          <p:cNvCxnSpPr>
            <a:cxnSpLocks/>
          </p:cNvCxnSpPr>
          <p:nvPr/>
        </p:nvCxnSpPr>
        <p:spPr>
          <a:xfrm>
            <a:off x="3097975" y="2084724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4BFBB7FA-A120-2C97-B67D-BAFCC9CBB480}"/>
              </a:ext>
            </a:extLst>
          </p:cNvPr>
          <p:cNvCxnSpPr>
            <a:cxnSpLocks/>
          </p:cNvCxnSpPr>
          <p:nvPr/>
        </p:nvCxnSpPr>
        <p:spPr>
          <a:xfrm>
            <a:off x="3186875" y="2084724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E3B15198-2791-0B0B-6922-B4D8360F0756}"/>
              </a:ext>
            </a:extLst>
          </p:cNvPr>
          <p:cNvCxnSpPr>
            <a:cxnSpLocks/>
          </p:cNvCxnSpPr>
          <p:nvPr/>
        </p:nvCxnSpPr>
        <p:spPr>
          <a:xfrm>
            <a:off x="3250310" y="2084724"/>
            <a:ext cx="1188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363724E6-7C99-FD73-7A03-97479ED4C76B}"/>
              </a:ext>
            </a:extLst>
          </p:cNvPr>
          <p:cNvCxnSpPr>
            <a:cxnSpLocks/>
          </p:cNvCxnSpPr>
          <p:nvPr/>
        </p:nvCxnSpPr>
        <p:spPr>
          <a:xfrm>
            <a:off x="3418078" y="2084724"/>
            <a:ext cx="21412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DE231ADE-62D7-8080-569A-071813B57272}"/>
              </a:ext>
            </a:extLst>
          </p:cNvPr>
          <p:cNvCxnSpPr>
            <a:cxnSpLocks/>
          </p:cNvCxnSpPr>
          <p:nvPr/>
        </p:nvCxnSpPr>
        <p:spPr>
          <a:xfrm>
            <a:off x="3660774" y="2084724"/>
            <a:ext cx="5394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30349A2B-1596-E71D-93C0-F0F35B2D10B2}"/>
              </a:ext>
            </a:extLst>
          </p:cNvPr>
          <p:cNvCxnSpPr>
            <a:cxnSpLocks/>
          </p:cNvCxnSpPr>
          <p:nvPr/>
        </p:nvCxnSpPr>
        <p:spPr>
          <a:xfrm>
            <a:off x="3580708" y="2072024"/>
            <a:ext cx="214122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C0E5003A-33CE-8C91-D2DD-8D48BF890566}"/>
              </a:ext>
            </a:extLst>
          </p:cNvPr>
          <p:cNvCxnSpPr>
            <a:cxnSpLocks/>
          </p:cNvCxnSpPr>
          <p:nvPr/>
        </p:nvCxnSpPr>
        <p:spPr>
          <a:xfrm>
            <a:off x="4262204" y="2083561"/>
            <a:ext cx="29583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F3E93A79-45CD-148B-907A-07460D26CD3E}"/>
              </a:ext>
            </a:extLst>
          </p:cNvPr>
          <p:cNvCxnSpPr>
            <a:cxnSpLocks/>
          </p:cNvCxnSpPr>
          <p:nvPr/>
        </p:nvCxnSpPr>
        <p:spPr>
          <a:xfrm>
            <a:off x="4592762" y="2089378"/>
            <a:ext cx="52369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F1CA12CC-184C-326F-F2CF-9291F1E2A625}"/>
              </a:ext>
            </a:extLst>
          </p:cNvPr>
          <p:cNvCxnSpPr>
            <a:cxnSpLocks/>
          </p:cNvCxnSpPr>
          <p:nvPr/>
        </p:nvCxnSpPr>
        <p:spPr>
          <a:xfrm>
            <a:off x="5197660" y="2090760"/>
            <a:ext cx="32366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3F81F15E-03B1-A326-1465-F8F359F0042F}"/>
              </a:ext>
            </a:extLst>
          </p:cNvPr>
          <p:cNvCxnSpPr>
            <a:cxnSpLocks/>
          </p:cNvCxnSpPr>
          <p:nvPr/>
        </p:nvCxnSpPr>
        <p:spPr>
          <a:xfrm>
            <a:off x="5139500" y="2091074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872A5C7F-A368-FCC8-923F-E310EBD2BE20}"/>
              </a:ext>
            </a:extLst>
          </p:cNvPr>
          <p:cNvCxnSpPr>
            <a:cxnSpLocks/>
          </p:cNvCxnSpPr>
          <p:nvPr/>
        </p:nvCxnSpPr>
        <p:spPr>
          <a:xfrm>
            <a:off x="5549900" y="2090760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034FF587-BE1F-0658-EFEB-28ADF8AC56E7}"/>
              </a:ext>
            </a:extLst>
          </p:cNvPr>
          <p:cNvCxnSpPr>
            <a:cxnSpLocks/>
          </p:cNvCxnSpPr>
          <p:nvPr/>
        </p:nvCxnSpPr>
        <p:spPr>
          <a:xfrm>
            <a:off x="5661158" y="2090760"/>
            <a:ext cx="73964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4EDAD026-3390-A4FC-A5C3-9D31EBEFC690}"/>
              </a:ext>
            </a:extLst>
          </p:cNvPr>
          <p:cNvCxnSpPr>
            <a:cxnSpLocks/>
          </p:cNvCxnSpPr>
          <p:nvPr/>
        </p:nvCxnSpPr>
        <p:spPr>
          <a:xfrm>
            <a:off x="6465711" y="2090760"/>
            <a:ext cx="103935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55457B15-4682-378C-5129-A4F9694A5929}"/>
              </a:ext>
            </a:extLst>
          </p:cNvPr>
          <p:cNvCxnSpPr>
            <a:cxnSpLocks/>
          </p:cNvCxnSpPr>
          <p:nvPr/>
        </p:nvCxnSpPr>
        <p:spPr>
          <a:xfrm>
            <a:off x="7559040" y="2090760"/>
            <a:ext cx="12128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98270F05-BC58-E6FD-9D82-28A1A2209135}"/>
              </a:ext>
            </a:extLst>
          </p:cNvPr>
          <p:cNvCxnSpPr>
            <a:cxnSpLocks/>
          </p:cNvCxnSpPr>
          <p:nvPr/>
        </p:nvCxnSpPr>
        <p:spPr>
          <a:xfrm>
            <a:off x="7729599" y="2090760"/>
            <a:ext cx="12801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AEE5FEE-9A55-F901-6049-31B3E35A549E}"/>
              </a:ext>
            </a:extLst>
          </p:cNvPr>
          <p:cNvCxnSpPr>
            <a:cxnSpLocks/>
          </p:cNvCxnSpPr>
          <p:nvPr/>
        </p:nvCxnSpPr>
        <p:spPr>
          <a:xfrm>
            <a:off x="7897680" y="2088486"/>
            <a:ext cx="97791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36EC7A17-4E88-11BB-CD43-6E75DAEC0297}"/>
              </a:ext>
            </a:extLst>
          </p:cNvPr>
          <p:cNvCxnSpPr>
            <a:cxnSpLocks/>
          </p:cNvCxnSpPr>
          <p:nvPr/>
        </p:nvCxnSpPr>
        <p:spPr>
          <a:xfrm>
            <a:off x="8906732" y="2090760"/>
            <a:ext cx="2651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6B0ED653-C8C7-C712-C2D6-F9C9EBB8EC4F}"/>
              </a:ext>
            </a:extLst>
          </p:cNvPr>
          <p:cNvCxnSpPr>
            <a:cxnSpLocks/>
          </p:cNvCxnSpPr>
          <p:nvPr/>
        </p:nvCxnSpPr>
        <p:spPr>
          <a:xfrm>
            <a:off x="9196178" y="2090760"/>
            <a:ext cx="12879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33F5AF15-EB38-AE27-3336-17D51CE8D30A}"/>
              </a:ext>
            </a:extLst>
          </p:cNvPr>
          <p:cNvCxnSpPr>
            <a:cxnSpLocks/>
          </p:cNvCxnSpPr>
          <p:nvPr/>
        </p:nvCxnSpPr>
        <p:spPr>
          <a:xfrm>
            <a:off x="9344903" y="2090760"/>
            <a:ext cx="78638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C10F9DB8-6DBE-683B-42B7-51AB3CAE6B42}"/>
              </a:ext>
            </a:extLst>
          </p:cNvPr>
          <p:cNvCxnSpPr>
            <a:cxnSpLocks/>
          </p:cNvCxnSpPr>
          <p:nvPr/>
        </p:nvCxnSpPr>
        <p:spPr>
          <a:xfrm>
            <a:off x="10159063" y="2090760"/>
            <a:ext cx="4291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108F608-9C7B-8640-8A52-2A94F364D0B0}"/>
              </a:ext>
            </a:extLst>
          </p:cNvPr>
          <p:cNvSpPr/>
          <p:nvPr/>
        </p:nvSpPr>
        <p:spPr>
          <a:xfrm rot="16200000">
            <a:off x="-3499443" y="4553869"/>
            <a:ext cx="9417339" cy="798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801AC2EE-55EF-19C7-B0EF-B28A12BBAB40}"/>
              </a:ext>
            </a:extLst>
          </p:cNvPr>
          <p:cNvSpPr txBox="1"/>
          <p:nvPr/>
        </p:nvSpPr>
        <p:spPr>
          <a:xfrm rot="16200000">
            <a:off x="-448941" y="1910152"/>
            <a:ext cx="3283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Usage (%)</a:t>
            </a:r>
          </a:p>
        </p:txBody>
      </p: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0FFAEBCB-B6D1-70E9-EFDE-38F46C0B7909}"/>
              </a:ext>
            </a:extLst>
          </p:cNvPr>
          <p:cNvGrpSpPr/>
          <p:nvPr/>
        </p:nvGrpSpPr>
        <p:grpSpPr>
          <a:xfrm>
            <a:off x="1479599" y="593360"/>
            <a:ext cx="9417339" cy="798898"/>
            <a:chOff x="1479599" y="593360"/>
            <a:chExt cx="9417339" cy="798898"/>
          </a:xfrm>
        </p:grpSpPr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F0300936-343C-0017-EDDC-3AD2CB3B9A81}"/>
                </a:ext>
              </a:extLst>
            </p:cNvPr>
            <p:cNvSpPr/>
            <p:nvPr/>
          </p:nvSpPr>
          <p:spPr>
            <a:xfrm>
              <a:off x="1479599" y="593360"/>
              <a:ext cx="9417339" cy="798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08760DD-C537-6CC1-FA97-DBEF03CD3142}"/>
                </a:ext>
              </a:extLst>
            </p:cNvPr>
            <p:cNvSpPr txBox="1"/>
            <p:nvPr/>
          </p:nvSpPr>
          <p:spPr>
            <a:xfrm>
              <a:off x="3502025" y="1084481"/>
              <a:ext cx="6032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Cluster-Wide CPU Usage (%) Over Time During 24-Hour Capacity Test</a:t>
              </a:r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6F4622E2-3966-2E2A-28DD-9A91AC86B4C1}"/>
              </a:ext>
            </a:extLst>
          </p:cNvPr>
          <p:cNvGrpSpPr/>
          <p:nvPr/>
        </p:nvGrpSpPr>
        <p:grpSpPr>
          <a:xfrm>
            <a:off x="1404630" y="4817028"/>
            <a:ext cx="9417339" cy="847188"/>
            <a:chOff x="1404630" y="4817028"/>
            <a:chExt cx="9417339" cy="847188"/>
          </a:xfrm>
        </p:grpSpPr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77C14C7C-EB91-6CC2-0A31-964133BB1594}"/>
                </a:ext>
              </a:extLst>
            </p:cNvPr>
            <p:cNvSpPr/>
            <p:nvPr/>
          </p:nvSpPr>
          <p:spPr>
            <a:xfrm>
              <a:off x="1404630" y="4865464"/>
              <a:ext cx="9417339" cy="798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508EC621-18E0-263F-974C-EDBED9180D12}"/>
                </a:ext>
              </a:extLst>
            </p:cNvPr>
            <p:cNvSpPr txBox="1"/>
            <p:nvPr/>
          </p:nvSpPr>
          <p:spPr>
            <a:xfrm>
              <a:off x="1915034" y="4817028"/>
              <a:ext cx="34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A7BF5697-FCE1-60A1-EE5B-698E07B9DF42}"/>
                </a:ext>
              </a:extLst>
            </p:cNvPr>
            <p:cNvSpPr txBox="1"/>
            <p:nvPr/>
          </p:nvSpPr>
          <p:spPr>
            <a:xfrm>
              <a:off x="2935499" y="4835134"/>
              <a:ext cx="348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82F43D0A-538B-0B8B-F513-2705CA849A7A}"/>
                </a:ext>
              </a:extLst>
            </p:cNvPr>
            <p:cNvSpPr txBox="1"/>
            <p:nvPr/>
          </p:nvSpPr>
          <p:spPr>
            <a:xfrm>
              <a:off x="3943066" y="4835134"/>
              <a:ext cx="348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1A65121D-CEF0-2625-DC5A-D005C864F81D}"/>
                </a:ext>
              </a:extLst>
            </p:cNvPr>
            <p:cNvSpPr txBox="1"/>
            <p:nvPr/>
          </p:nvSpPr>
          <p:spPr>
            <a:xfrm>
              <a:off x="4963404" y="4835134"/>
              <a:ext cx="348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5832FF2B-DC91-4433-D58C-8922986B86EB}"/>
                </a:ext>
              </a:extLst>
            </p:cNvPr>
            <p:cNvSpPr txBox="1"/>
            <p:nvPr/>
          </p:nvSpPr>
          <p:spPr>
            <a:xfrm>
              <a:off x="5928217" y="4835134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12</a:t>
              </a:r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8B2BD702-29BA-397C-46EB-A1225C2828C1}"/>
                </a:ext>
              </a:extLst>
            </p:cNvPr>
            <p:cNvSpPr txBox="1"/>
            <p:nvPr/>
          </p:nvSpPr>
          <p:spPr>
            <a:xfrm>
              <a:off x="6950469" y="4817028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</a:t>
              </a: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8D429920-45F5-4B85-1C12-850AE7BCE596}"/>
                </a:ext>
              </a:extLst>
            </p:cNvPr>
            <p:cNvSpPr txBox="1"/>
            <p:nvPr/>
          </p:nvSpPr>
          <p:spPr>
            <a:xfrm>
              <a:off x="7950692" y="4817028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18</a:t>
              </a: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8E7EDC4B-FF9D-3F4A-B619-EBC60DDE3E01}"/>
                </a:ext>
              </a:extLst>
            </p:cNvPr>
            <p:cNvSpPr txBox="1"/>
            <p:nvPr/>
          </p:nvSpPr>
          <p:spPr>
            <a:xfrm>
              <a:off x="8982433" y="4832903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21</a:t>
              </a: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3DB3AA60-CCE5-532F-63F1-BAEAD3789E86}"/>
                </a:ext>
              </a:extLst>
            </p:cNvPr>
            <p:cNvSpPr txBox="1"/>
            <p:nvPr/>
          </p:nvSpPr>
          <p:spPr>
            <a:xfrm>
              <a:off x="9996652" y="4817028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24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D335546A-5E6E-7191-32C6-A99F24B4C13F}"/>
                </a:ext>
              </a:extLst>
            </p:cNvPr>
            <p:cNvSpPr txBox="1"/>
            <p:nvPr/>
          </p:nvSpPr>
          <p:spPr>
            <a:xfrm>
              <a:off x="4688751" y="5219073"/>
              <a:ext cx="6032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Time of Day (Hour, 24-Hour Format)</a:t>
              </a:r>
            </a:p>
          </p:txBody>
        </p:sp>
      </p:grpSp>
      <p:sp>
        <p:nvSpPr>
          <p:cNvPr id="388" name="TextBox 387">
            <a:extLst>
              <a:ext uri="{FF2B5EF4-FFF2-40B4-BE49-F238E27FC236}">
                <a16:creationId xmlns:a16="http://schemas.microsoft.com/office/drawing/2014/main" id="{BB9C6721-04D1-2649-5404-72744A659ADD}"/>
              </a:ext>
            </a:extLst>
          </p:cNvPr>
          <p:cNvSpPr txBox="1"/>
          <p:nvPr/>
        </p:nvSpPr>
        <p:spPr>
          <a:xfrm>
            <a:off x="1359487" y="4665130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1D4688ED-5044-DE3D-A1E9-1372AE5985E1}"/>
              </a:ext>
            </a:extLst>
          </p:cNvPr>
          <p:cNvSpPr txBox="1"/>
          <p:nvPr/>
        </p:nvSpPr>
        <p:spPr>
          <a:xfrm>
            <a:off x="1359487" y="4079815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B13E5CB5-8CE7-1BA1-9E8C-6B2C9F74A1E1}"/>
              </a:ext>
            </a:extLst>
          </p:cNvPr>
          <p:cNvSpPr txBox="1"/>
          <p:nvPr/>
        </p:nvSpPr>
        <p:spPr>
          <a:xfrm>
            <a:off x="1379677" y="3530782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E806AB91-1DB7-F77B-3C68-EE3AB4ACBE89}"/>
              </a:ext>
            </a:extLst>
          </p:cNvPr>
          <p:cNvSpPr txBox="1"/>
          <p:nvPr/>
        </p:nvSpPr>
        <p:spPr>
          <a:xfrm>
            <a:off x="1381258" y="2998578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AD24B345-52BC-3902-0D2A-CCC5575D423B}"/>
              </a:ext>
            </a:extLst>
          </p:cNvPr>
          <p:cNvSpPr txBox="1"/>
          <p:nvPr/>
        </p:nvSpPr>
        <p:spPr>
          <a:xfrm>
            <a:off x="1395772" y="2470407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1CB9E7BC-B781-092E-38F3-219615F9969F}"/>
              </a:ext>
            </a:extLst>
          </p:cNvPr>
          <p:cNvSpPr txBox="1"/>
          <p:nvPr/>
        </p:nvSpPr>
        <p:spPr>
          <a:xfrm>
            <a:off x="1395772" y="1921705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E0B422A0-69AD-011B-A11E-88DF41D0F6E9}"/>
              </a:ext>
            </a:extLst>
          </p:cNvPr>
          <p:cNvSpPr txBox="1"/>
          <p:nvPr/>
        </p:nvSpPr>
        <p:spPr>
          <a:xfrm>
            <a:off x="1391551" y="1406769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3245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line graph with numbers and a white background&#10;&#10;AI-generated content may be incorrect.">
            <a:extLst>
              <a:ext uri="{FF2B5EF4-FFF2-40B4-BE49-F238E27FC236}">
                <a16:creationId xmlns:a16="http://schemas.microsoft.com/office/drawing/2014/main" id="{05D279EB-0194-C650-3E81-008D433D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08" y="1012861"/>
            <a:ext cx="9665279" cy="477833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DEC57C-9F73-667B-B493-12AD76D51660}"/>
              </a:ext>
            </a:extLst>
          </p:cNvPr>
          <p:cNvCxnSpPr>
            <a:cxnSpLocks/>
          </p:cNvCxnSpPr>
          <p:nvPr/>
        </p:nvCxnSpPr>
        <p:spPr>
          <a:xfrm>
            <a:off x="1745456" y="4804328"/>
            <a:ext cx="90541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91EE8E-F28F-0851-4A92-01F373F60FF0}"/>
              </a:ext>
            </a:extLst>
          </p:cNvPr>
          <p:cNvCxnSpPr>
            <a:cxnSpLocks/>
          </p:cNvCxnSpPr>
          <p:nvPr/>
        </p:nvCxnSpPr>
        <p:spPr>
          <a:xfrm flipV="1">
            <a:off x="1762389" y="1332411"/>
            <a:ext cx="0" cy="3497318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A71463-C1EF-0AFC-589C-D9D1B93CFB58}"/>
              </a:ext>
            </a:extLst>
          </p:cNvPr>
          <p:cNvCxnSpPr>
            <a:cxnSpLocks/>
          </p:cNvCxnSpPr>
          <p:nvPr/>
        </p:nvCxnSpPr>
        <p:spPr>
          <a:xfrm>
            <a:off x="1762389" y="4321728"/>
            <a:ext cx="325005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4D186A-62C8-5997-9286-136B44EEA927}"/>
              </a:ext>
            </a:extLst>
          </p:cNvPr>
          <p:cNvCxnSpPr>
            <a:cxnSpLocks/>
          </p:cNvCxnSpPr>
          <p:nvPr/>
        </p:nvCxnSpPr>
        <p:spPr>
          <a:xfrm>
            <a:off x="5041167" y="4321728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DE5CA8-E873-2D46-36B5-FE4D2685250E}"/>
              </a:ext>
            </a:extLst>
          </p:cNvPr>
          <p:cNvCxnSpPr>
            <a:cxnSpLocks/>
          </p:cNvCxnSpPr>
          <p:nvPr/>
        </p:nvCxnSpPr>
        <p:spPr>
          <a:xfrm>
            <a:off x="5119914" y="4321728"/>
            <a:ext cx="11741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574352-70B1-9B2B-8D7D-F565C52F9476}"/>
              </a:ext>
            </a:extLst>
          </p:cNvPr>
          <p:cNvCxnSpPr>
            <a:cxnSpLocks/>
          </p:cNvCxnSpPr>
          <p:nvPr/>
        </p:nvCxnSpPr>
        <p:spPr>
          <a:xfrm>
            <a:off x="5275726" y="4321728"/>
            <a:ext cx="9466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3F66AF-C2F0-763A-BE93-C27E273AAC67}"/>
              </a:ext>
            </a:extLst>
          </p:cNvPr>
          <p:cNvCxnSpPr>
            <a:cxnSpLocks/>
          </p:cNvCxnSpPr>
          <p:nvPr/>
        </p:nvCxnSpPr>
        <p:spPr>
          <a:xfrm>
            <a:off x="5400831" y="4319390"/>
            <a:ext cx="2743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D60E85-9872-3E83-90B6-BFBAB2A92F7F}"/>
              </a:ext>
            </a:extLst>
          </p:cNvPr>
          <p:cNvCxnSpPr>
            <a:cxnSpLocks/>
          </p:cNvCxnSpPr>
          <p:nvPr/>
        </p:nvCxnSpPr>
        <p:spPr>
          <a:xfrm>
            <a:off x="5452010" y="4319390"/>
            <a:ext cx="29710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4F9C67-D1CD-63D7-C575-B07851E6B08B}"/>
              </a:ext>
            </a:extLst>
          </p:cNvPr>
          <p:cNvCxnSpPr>
            <a:cxnSpLocks/>
          </p:cNvCxnSpPr>
          <p:nvPr/>
        </p:nvCxnSpPr>
        <p:spPr>
          <a:xfrm>
            <a:off x="5778419" y="4319390"/>
            <a:ext cx="9123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0949C2-F99F-A657-41F8-A66577C86415}"/>
              </a:ext>
            </a:extLst>
          </p:cNvPr>
          <p:cNvCxnSpPr>
            <a:cxnSpLocks/>
          </p:cNvCxnSpPr>
          <p:nvPr/>
        </p:nvCxnSpPr>
        <p:spPr>
          <a:xfrm>
            <a:off x="5629864" y="4325076"/>
            <a:ext cx="297109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DDC71FC-D62D-7808-4CA3-58C60BA15310}"/>
              </a:ext>
            </a:extLst>
          </p:cNvPr>
          <p:cNvCxnSpPr>
            <a:cxnSpLocks/>
          </p:cNvCxnSpPr>
          <p:nvPr/>
        </p:nvCxnSpPr>
        <p:spPr>
          <a:xfrm>
            <a:off x="5649196" y="4330760"/>
            <a:ext cx="297109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10508C-E1BC-F5A0-888C-51912EE71886}"/>
              </a:ext>
            </a:extLst>
          </p:cNvPr>
          <p:cNvCxnSpPr>
            <a:cxnSpLocks/>
          </p:cNvCxnSpPr>
          <p:nvPr/>
        </p:nvCxnSpPr>
        <p:spPr>
          <a:xfrm>
            <a:off x="6807958" y="4319390"/>
            <a:ext cx="114527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4AA394-9F37-0507-5AA5-5067534AD949}"/>
              </a:ext>
            </a:extLst>
          </p:cNvPr>
          <p:cNvCxnSpPr>
            <a:cxnSpLocks/>
          </p:cNvCxnSpPr>
          <p:nvPr/>
        </p:nvCxnSpPr>
        <p:spPr>
          <a:xfrm>
            <a:off x="7996959" y="4319390"/>
            <a:ext cx="12729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18336A5-EFCE-7539-405A-3966FDAB3DDF}"/>
              </a:ext>
            </a:extLst>
          </p:cNvPr>
          <p:cNvCxnSpPr>
            <a:cxnSpLocks/>
          </p:cNvCxnSpPr>
          <p:nvPr/>
        </p:nvCxnSpPr>
        <p:spPr>
          <a:xfrm>
            <a:off x="8174641" y="4319390"/>
            <a:ext cx="46689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5C4EA04-EEEF-21CE-82B9-5CDCEB0FA765}"/>
              </a:ext>
            </a:extLst>
          </p:cNvPr>
          <p:cNvCxnSpPr>
            <a:cxnSpLocks/>
          </p:cNvCxnSpPr>
          <p:nvPr/>
        </p:nvCxnSpPr>
        <p:spPr>
          <a:xfrm>
            <a:off x="8680126" y="4319390"/>
            <a:ext cx="107045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F86FAF1-4284-A65E-AB40-DBC2294B0FAC}"/>
              </a:ext>
            </a:extLst>
          </p:cNvPr>
          <p:cNvCxnSpPr>
            <a:cxnSpLocks/>
          </p:cNvCxnSpPr>
          <p:nvPr/>
        </p:nvCxnSpPr>
        <p:spPr>
          <a:xfrm>
            <a:off x="9786795" y="4319390"/>
            <a:ext cx="101278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1EE804-990D-0B6C-3191-7B3A5F38CBEA}"/>
              </a:ext>
            </a:extLst>
          </p:cNvPr>
          <p:cNvCxnSpPr>
            <a:cxnSpLocks/>
          </p:cNvCxnSpPr>
          <p:nvPr/>
        </p:nvCxnSpPr>
        <p:spPr>
          <a:xfrm>
            <a:off x="1762389" y="3619363"/>
            <a:ext cx="42974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778CCE5-A788-9C16-33A3-00A585E27984}"/>
              </a:ext>
            </a:extLst>
          </p:cNvPr>
          <p:cNvCxnSpPr>
            <a:cxnSpLocks/>
          </p:cNvCxnSpPr>
          <p:nvPr/>
        </p:nvCxnSpPr>
        <p:spPr>
          <a:xfrm>
            <a:off x="2218236" y="3619363"/>
            <a:ext cx="72931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A8145B0-C967-0C93-C8B7-2870CDEC4E48}"/>
              </a:ext>
            </a:extLst>
          </p:cNvPr>
          <p:cNvCxnSpPr>
            <a:cxnSpLocks/>
          </p:cNvCxnSpPr>
          <p:nvPr/>
        </p:nvCxnSpPr>
        <p:spPr>
          <a:xfrm>
            <a:off x="2976773" y="3619363"/>
            <a:ext cx="7469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5ED7D8A-C79A-ACC0-D821-9D546FC2469B}"/>
              </a:ext>
            </a:extLst>
          </p:cNvPr>
          <p:cNvCxnSpPr>
            <a:cxnSpLocks/>
          </p:cNvCxnSpPr>
          <p:nvPr/>
        </p:nvCxnSpPr>
        <p:spPr>
          <a:xfrm>
            <a:off x="3084145" y="3619363"/>
            <a:ext cx="914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460B206-F0F7-FA04-E6DC-38EE210431C5}"/>
              </a:ext>
            </a:extLst>
          </p:cNvPr>
          <p:cNvCxnSpPr>
            <a:cxnSpLocks/>
          </p:cNvCxnSpPr>
          <p:nvPr/>
        </p:nvCxnSpPr>
        <p:spPr>
          <a:xfrm>
            <a:off x="3205372" y="3619363"/>
            <a:ext cx="7315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060E57-6FE3-57EA-C968-8BFAE09915DA}"/>
              </a:ext>
            </a:extLst>
          </p:cNvPr>
          <p:cNvCxnSpPr>
            <a:cxnSpLocks/>
          </p:cNvCxnSpPr>
          <p:nvPr/>
        </p:nvCxnSpPr>
        <p:spPr>
          <a:xfrm>
            <a:off x="3305817" y="3619363"/>
            <a:ext cx="14050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932075A-9070-EB84-0D0B-9746AFBD6FB2}"/>
              </a:ext>
            </a:extLst>
          </p:cNvPr>
          <p:cNvCxnSpPr>
            <a:cxnSpLocks/>
          </p:cNvCxnSpPr>
          <p:nvPr/>
        </p:nvCxnSpPr>
        <p:spPr>
          <a:xfrm>
            <a:off x="3472072" y="3619363"/>
            <a:ext cx="8161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EB00CDC-E767-C202-675F-48A0669B3F02}"/>
              </a:ext>
            </a:extLst>
          </p:cNvPr>
          <p:cNvCxnSpPr>
            <a:cxnSpLocks/>
          </p:cNvCxnSpPr>
          <p:nvPr/>
        </p:nvCxnSpPr>
        <p:spPr>
          <a:xfrm>
            <a:off x="3579444" y="3619363"/>
            <a:ext cx="1959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5BA03E1-B7F2-81F4-550F-3984A5AC74B6}"/>
              </a:ext>
            </a:extLst>
          </p:cNvPr>
          <p:cNvCxnSpPr>
            <a:cxnSpLocks/>
          </p:cNvCxnSpPr>
          <p:nvPr/>
        </p:nvCxnSpPr>
        <p:spPr>
          <a:xfrm>
            <a:off x="3839217" y="3619363"/>
            <a:ext cx="46339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771BA9-6CD9-FA52-64F5-344DE3117E09}"/>
              </a:ext>
            </a:extLst>
          </p:cNvPr>
          <p:cNvCxnSpPr>
            <a:cxnSpLocks/>
          </p:cNvCxnSpPr>
          <p:nvPr/>
        </p:nvCxnSpPr>
        <p:spPr>
          <a:xfrm>
            <a:off x="4333094" y="3619363"/>
            <a:ext cx="56141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261A605-DA29-B63B-A9BA-5B3386D0A2CC}"/>
              </a:ext>
            </a:extLst>
          </p:cNvPr>
          <p:cNvCxnSpPr>
            <a:cxnSpLocks/>
          </p:cNvCxnSpPr>
          <p:nvPr/>
        </p:nvCxnSpPr>
        <p:spPr>
          <a:xfrm>
            <a:off x="4211830" y="3619363"/>
            <a:ext cx="297109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3934E51-7A5F-BF82-C086-0AD1F7708EBF}"/>
              </a:ext>
            </a:extLst>
          </p:cNvPr>
          <p:cNvCxnSpPr>
            <a:cxnSpLocks/>
          </p:cNvCxnSpPr>
          <p:nvPr/>
        </p:nvCxnSpPr>
        <p:spPr>
          <a:xfrm>
            <a:off x="4184539" y="3634877"/>
            <a:ext cx="297109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006501-8F0C-9D70-4347-F618D03FE7AB}"/>
              </a:ext>
            </a:extLst>
          </p:cNvPr>
          <p:cNvCxnSpPr>
            <a:cxnSpLocks/>
          </p:cNvCxnSpPr>
          <p:nvPr/>
        </p:nvCxnSpPr>
        <p:spPr>
          <a:xfrm>
            <a:off x="4922476" y="3619363"/>
            <a:ext cx="21945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2F0A131-5358-292C-DA21-03A1FF126995}"/>
              </a:ext>
            </a:extLst>
          </p:cNvPr>
          <p:cNvCxnSpPr>
            <a:cxnSpLocks/>
          </p:cNvCxnSpPr>
          <p:nvPr/>
        </p:nvCxnSpPr>
        <p:spPr>
          <a:xfrm>
            <a:off x="5205013" y="3619363"/>
            <a:ext cx="24688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ED87ED9-5A49-9255-664E-A103169E0E5A}"/>
              </a:ext>
            </a:extLst>
          </p:cNvPr>
          <p:cNvCxnSpPr>
            <a:cxnSpLocks/>
          </p:cNvCxnSpPr>
          <p:nvPr/>
        </p:nvCxnSpPr>
        <p:spPr>
          <a:xfrm>
            <a:off x="5478112" y="3619700"/>
            <a:ext cx="24688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E008C25-66AC-773C-5831-56103A6F54CF}"/>
              </a:ext>
            </a:extLst>
          </p:cNvPr>
          <p:cNvCxnSpPr>
            <a:cxnSpLocks/>
          </p:cNvCxnSpPr>
          <p:nvPr/>
        </p:nvCxnSpPr>
        <p:spPr>
          <a:xfrm>
            <a:off x="5747020" y="3622538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5A6B659-19EF-4EA1-83F5-1C76D5B40802}"/>
              </a:ext>
            </a:extLst>
          </p:cNvPr>
          <p:cNvCxnSpPr>
            <a:cxnSpLocks/>
          </p:cNvCxnSpPr>
          <p:nvPr/>
        </p:nvCxnSpPr>
        <p:spPr>
          <a:xfrm>
            <a:off x="5803529" y="3619363"/>
            <a:ext cx="2834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1875B6E-DC5D-7DA4-7F7A-DD8EAE799C6D}"/>
              </a:ext>
            </a:extLst>
          </p:cNvPr>
          <p:cNvCxnSpPr>
            <a:cxnSpLocks/>
          </p:cNvCxnSpPr>
          <p:nvPr/>
        </p:nvCxnSpPr>
        <p:spPr>
          <a:xfrm>
            <a:off x="6116287" y="3619363"/>
            <a:ext cx="9401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5F16426-E484-42D1-E46D-6136E6DFE2AE}"/>
              </a:ext>
            </a:extLst>
          </p:cNvPr>
          <p:cNvCxnSpPr>
            <a:cxnSpLocks/>
          </p:cNvCxnSpPr>
          <p:nvPr/>
        </p:nvCxnSpPr>
        <p:spPr>
          <a:xfrm>
            <a:off x="6240112" y="3619363"/>
            <a:ext cx="35436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40E9F3C-3AFB-3E31-A4C7-1B7836AADA58}"/>
              </a:ext>
            </a:extLst>
          </p:cNvPr>
          <p:cNvCxnSpPr>
            <a:cxnSpLocks/>
          </p:cNvCxnSpPr>
          <p:nvPr/>
        </p:nvCxnSpPr>
        <p:spPr>
          <a:xfrm>
            <a:off x="6626225" y="3619363"/>
            <a:ext cx="20116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B55BD7B-D5B6-6F7C-EAF6-D307A9605AD3}"/>
              </a:ext>
            </a:extLst>
          </p:cNvPr>
          <p:cNvCxnSpPr>
            <a:cxnSpLocks/>
          </p:cNvCxnSpPr>
          <p:nvPr/>
        </p:nvCxnSpPr>
        <p:spPr>
          <a:xfrm>
            <a:off x="6854825" y="3619363"/>
            <a:ext cx="48577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C944485-3356-D80A-9733-F1D6A70B802B}"/>
              </a:ext>
            </a:extLst>
          </p:cNvPr>
          <p:cNvCxnSpPr>
            <a:cxnSpLocks/>
          </p:cNvCxnSpPr>
          <p:nvPr/>
        </p:nvCxnSpPr>
        <p:spPr>
          <a:xfrm>
            <a:off x="7365193" y="3617651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D32CD36-F184-78B7-2D6C-D71DD47C55FB}"/>
              </a:ext>
            </a:extLst>
          </p:cNvPr>
          <p:cNvCxnSpPr>
            <a:cxnSpLocks/>
          </p:cNvCxnSpPr>
          <p:nvPr/>
        </p:nvCxnSpPr>
        <p:spPr>
          <a:xfrm>
            <a:off x="7426325" y="3619363"/>
            <a:ext cx="889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F29A69-C0F4-365C-A351-22EE62908A57}"/>
              </a:ext>
            </a:extLst>
          </p:cNvPr>
          <p:cNvCxnSpPr>
            <a:cxnSpLocks/>
          </p:cNvCxnSpPr>
          <p:nvPr/>
        </p:nvCxnSpPr>
        <p:spPr>
          <a:xfrm>
            <a:off x="7546975" y="3617651"/>
            <a:ext cx="889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7E90D2F-9A17-FB08-9BE4-2B5C014842E1}"/>
              </a:ext>
            </a:extLst>
          </p:cNvPr>
          <p:cNvCxnSpPr>
            <a:cxnSpLocks/>
          </p:cNvCxnSpPr>
          <p:nvPr/>
        </p:nvCxnSpPr>
        <p:spPr>
          <a:xfrm>
            <a:off x="7664450" y="3617651"/>
            <a:ext cx="1206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DE3E2D6-6E91-BFFD-6D1D-5CEF747E87A1}"/>
              </a:ext>
            </a:extLst>
          </p:cNvPr>
          <p:cNvCxnSpPr>
            <a:cxnSpLocks/>
          </p:cNvCxnSpPr>
          <p:nvPr/>
        </p:nvCxnSpPr>
        <p:spPr>
          <a:xfrm>
            <a:off x="7813675" y="3618977"/>
            <a:ext cx="18328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3588066-AECB-EB96-08E7-FEE812DD86CB}"/>
              </a:ext>
            </a:extLst>
          </p:cNvPr>
          <p:cNvCxnSpPr>
            <a:cxnSpLocks/>
          </p:cNvCxnSpPr>
          <p:nvPr/>
        </p:nvCxnSpPr>
        <p:spPr>
          <a:xfrm>
            <a:off x="8023086" y="3618479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A1F71C3-A23E-088E-33CA-4FC968AD68B1}"/>
              </a:ext>
            </a:extLst>
          </p:cNvPr>
          <p:cNvCxnSpPr>
            <a:cxnSpLocks/>
          </p:cNvCxnSpPr>
          <p:nvPr/>
        </p:nvCxnSpPr>
        <p:spPr>
          <a:xfrm>
            <a:off x="8136718" y="3617651"/>
            <a:ext cx="365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8692DA2-3F7D-FDC3-9B29-9F6D2F600E46}"/>
              </a:ext>
            </a:extLst>
          </p:cNvPr>
          <p:cNvCxnSpPr>
            <a:cxnSpLocks/>
          </p:cNvCxnSpPr>
          <p:nvPr/>
        </p:nvCxnSpPr>
        <p:spPr>
          <a:xfrm>
            <a:off x="8200886" y="3621156"/>
            <a:ext cx="9221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7AD0B59-C00D-3BC5-E24D-4314C5B0B789}"/>
              </a:ext>
            </a:extLst>
          </p:cNvPr>
          <p:cNvCxnSpPr>
            <a:cxnSpLocks/>
          </p:cNvCxnSpPr>
          <p:nvPr/>
        </p:nvCxnSpPr>
        <p:spPr>
          <a:xfrm>
            <a:off x="8324043" y="3620826"/>
            <a:ext cx="4525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8A77A56-A9D9-D0D9-7DCE-A7D8D5985071}"/>
              </a:ext>
            </a:extLst>
          </p:cNvPr>
          <p:cNvCxnSpPr>
            <a:cxnSpLocks/>
          </p:cNvCxnSpPr>
          <p:nvPr/>
        </p:nvCxnSpPr>
        <p:spPr>
          <a:xfrm>
            <a:off x="8400243" y="3620826"/>
            <a:ext cx="4525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9AAF63-DFF8-4525-B0F7-A356B6D55E9E}"/>
              </a:ext>
            </a:extLst>
          </p:cNvPr>
          <p:cNvCxnSpPr>
            <a:cxnSpLocks/>
          </p:cNvCxnSpPr>
          <p:nvPr/>
        </p:nvCxnSpPr>
        <p:spPr>
          <a:xfrm>
            <a:off x="8510875" y="3617651"/>
            <a:ext cx="965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9E235C6-C2F6-139A-9F19-D42CEE4D56CB}"/>
              </a:ext>
            </a:extLst>
          </p:cNvPr>
          <p:cNvCxnSpPr>
            <a:cxnSpLocks/>
          </p:cNvCxnSpPr>
          <p:nvPr/>
        </p:nvCxnSpPr>
        <p:spPr>
          <a:xfrm>
            <a:off x="8634376" y="3615802"/>
            <a:ext cx="106399" cy="1849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4384360-1AF7-7331-9FF8-4D8BC8447254}"/>
              </a:ext>
            </a:extLst>
          </p:cNvPr>
          <p:cNvCxnSpPr>
            <a:cxnSpLocks/>
          </p:cNvCxnSpPr>
          <p:nvPr/>
        </p:nvCxnSpPr>
        <p:spPr>
          <a:xfrm flipV="1">
            <a:off x="8771019" y="3615802"/>
            <a:ext cx="195181" cy="3978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4E5F1EE-5A73-BB4C-9689-A74D60205695}"/>
              </a:ext>
            </a:extLst>
          </p:cNvPr>
          <p:cNvCxnSpPr>
            <a:cxnSpLocks/>
          </p:cNvCxnSpPr>
          <p:nvPr/>
        </p:nvCxnSpPr>
        <p:spPr>
          <a:xfrm>
            <a:off x="8441518" y="3620826"/>
            <a:ext cx="2303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3728B175-E230-EDC8-8891-86AB96F58934}"/>
              </a:ext>
            </a:extLst>
          </p:cNvPr>
          <p:cNvCxnSpPr>
            <a:cxnSpLocks/>
          </p:cNvCxnSpPr>
          <p:nvPr/>
        </p:nvCxnSpPr>
        <p:spPr>
          <a:xfrm>
            <a:off x="8432396" y="3549650"/>
            <a:ext cx="56107" cy="88763"/>
          </a:xfrm>
          <a:prstGeom prst="line">
            <a:avLst/>
          </a:prstGeom>
          <a:ln w="28575">
            <a:solidFill>
              <a:srgbClr val="008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E54DB3A-1857-F5E7-B15C-634F6F8F3BE1}"/>
              </a:ext>
            </a:extLst>
          </p:cNvPr>
          <p:cNvCxnSpPr>
            <a:cxnSpLocks/>
          </p:cNvCxnSpPr>
          <p:nvPr/>
        </p:nvCxnSpPr>
        <p:spPr>
          <a:xfrm>
            <a:off x="8993269" y="3615802"/>
            <a:ext cx="9040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B08F84A-4137-A111-35B6-01AFDA851259}"/>
              </a:ext>
            </a:extLst>
          </p:cNvPr>
          <p:cNvCxnSpPr>
            <a:cxnSpLocks/>
          </p:cNvCxnSpPr>
          <p:nvPr/>
        </p:nvCxnSpPr>
        <p:spPr>
          <a:xfrm>
            <a:off x="9109075" y="3615802"/>
            <a:ext cx="20320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572AC51-C844-EEC4-A266-9370A5430812}"/>
              </a:ext>
            </a:extLst>
          </p:cNvPr>
          <p:cNvCxnSpPr>
            <a:cxnSpLocks/>
          </p:cNvCxnSpPr>
          <p:nvPr/>
        </p:nvCxnSpPr>
        <p:spPr>
          <a:xfrm>
            <a:off x="9342295" y="3615802"/>
            <a:ext cx="6840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AE658A3-BBBE-4E4C-604A-5D305B47DEAC}"/>
              </a:ext>
            </a:extLst>
          </p:cNvPr>
          <p:cNvCxnSpPr>
            <a:cxnSpLocks/>
          </p:cNvCxnSpPr>
          <p:nvPr/>
        </p:nvCxnSpPr>
        <p:spPr>
          <a:xfrm>
            <a:off x="9450244" y="3615279"/>
            <a:ext cx="7315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A520884-4DF2-F763-D14E-6B4DA4B22E6E}"/>
              </a:ext>
            </a:extLst>
          </p:cNvPr>
          <p:cNvCxnSpPr>
            <a:cxnSpLocks/>
          </p:cNvCxnSpPr>
          <p:nvPr/>
        </p:nvCxnSpPr>
        <p:spPr>
          <a:xfrm>
            <a:off x="9364520" y="3600381"/>
            <a:ext cx="150955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1C27B89-C5CE-B0C6-85B7-42A082B00712}"/>
              </a:ext>
            </a:extLst>
          </p:cNvPr>
          <p:cNvCxnSpPr>
            <a:cxnSpLocks/>
          </p:cNvCxnSpPr>
          <p:nvPr/>
        </p:nvCxnSpPr>
        <p:spPr>
          <a:xfrm>
            <a:off x="9553732" y="3612558"/>
            <a:ext cx="17373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03EDD3D-9FE7-6391-0357-15CBB6F728EA}"/>
              </a:ext>
            </a:extLst>
          </p:cNvPr>
          <p:cNvCxnSpPr>
            <a:cxnSpLocks/>
          </p:cNvCxnSpPr>
          <p:nvPr/>
        </p:nvCxnSpPr>
        <p:spPr>
          <a:xfrm>
            <a:off x="9817257" y="3612558"/>
            <a:ext cx="16459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DF1F23C-C9FE-6EC4-0B7E-D1326531EB2E}"/>
              </a:ext>
            </a:extLst>
          </p:cNvPr>
          <p:cNvCxnSpPr>
            <a:cxnSpLocks/>
          </p:cNvCxnSpPr>
          <p:nvPr/>
        </p:nvCxnSpPr>
        <p:spPr>
          <a:xfrm>
            <a:off x="10064907" y="3612558"/>
            <a:ext cx="711043" cy="6419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36C37A7-83D7-28FD-AE52-542B24BE2A23}"/>
              </a:ext>
            </a:extLst>
          </p:cNvPr>
          <p:cNvCxnSpPr>
            <a:cxnSpLocks/>
          </p:cNvCxnSpPr>
          <p:nvPr/>
        </p:nvCxnSpPr>
        <p:spPr>
          <a:xfrm>
            <a:off x="1762389" y="2915491"/>
            <a:ext cx="46634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51949A0-CF2C-CF12-60E4-921F8F133462}"/>
              </a:ext>
            </a:extLst>
          </p:cNvPr>
          <p:cNvCxnSpPr>
            <a:cxnSpLocks/>
          </p:cNvCxnSpPr>
          <p:nvPr/>
        </p:nvCxnSpPr>
        <p:spPr>
          <a:xfrm>
            <a:off x="2257689" y="2919507"/>
            <a:ext cx="14896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A2BEDE0-B829-F519-0EDE-3639289AB5D9}"/>
              </a:ext>
            </a:extLst>
          </p:cNvPr>
          <p:cNvCxnSpPr>
            <a:cxnSpLocks/>
          </p:cNvCxnSpPr>
          <p:nvPr/>
        </p:nvCxnSpPr>
        <p:spPr>
          <a:xfrm>
            <a:off x="2479939" y="2920348"/>
            <a:ext cx="914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9D41E0B-A658-18AA-FDD0-3C927831BD66}"/>
              </a:ext>
            </a:extLst>
          </p:cNvPr>
          <p:cNvCxnSpPr>
            <a:cxnSpLocks/>
          </p:cNvCxnSpPr>
          <p:nvPr/>
        </p:nvCxnSpPr>
        <p:spPr>
          <a:xfrm>
            <a:off x="2596779" y="2918666"/>
            <a:ext cx="20116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23D2FF4-7F92-66B0-99AB-E161B698CC77}"/>
              </a:ext>
            </a:extLst>
          </p:cNvPr>
          <p:cNvCxnSpPr>
            <a:cxnSpLocks/>
          </p:cNvCxnSpPr>
          <p:nvPr/>
        </p:nvCxnSpPr>
        <p:spPr>
          <a:xfrm>
            <a:off x="2823347" y="2918666"/>
            <a:ext cx="914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2C78780-4258-1A18-C975-3D3B7DE9A321}"/>
              </a:ext>
            </a:extLst>
          </p:cNvPr>
          <p:cNvCxnSpPr>
            <a:cxnSpLocks/>
          </p:cNvCxnSpPr>
          <p:nvPr/>
        </p:nvCxnSpPr>
        <p:spPr>
          <a:xfrm>
            <a:off x="2940577" y="2915491"/>
            <a:ext cx="14630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F24510C-F3CB-D990-7F39-C945CA76A057}"/>
              </a:ext>
            </a:extLst>
          </p:cNvPr>
          <p:cNvCxnSpPr>
            <a:cxnSpLocks/>
          </p:cNvCxnSpPr>
          <p:nvPr/>
        </p:nvCxnSpPr>
        <p:spPr>
          <a:xfrm>
            <a:off x="3163100" y="2915491"/>
            <a:ext cx="16459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584743B-D4E0-7FB8-52CA-12D7CDF542ED}"/>
              </a:ext>
            </a:extLst>
          </p:cNvPr>
          <p:cNvCxnSpPr>
            <a:cxnSpLocks/>
          </p:cNvCxnSpPr>
          <p:nvPr/>
        </p:nvCxnSpPr>
        <p:spPr>
          <a:xfrm>
            <a:off x="3354878" y="2915491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8A306EB-FEC9-D736-404D-953C2FA3A85D}"/>
              </a:ext>
            </a:extLst>
          </p:cNvPr>
          <p:cNvCxnSpPr>
            <a:cxnSpLocks/>
          </p:cNvCxnSpPr>
          <p:nvPr/>
        </p:nvCxnSpPr>
        <p:spPr>
          <a:xfrm>
            <a:off x="3430585" y="2915491"/>
            <a:ext cx="16459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B7AD702-84E1-4803-A15D-071B7976DF96}"/>
              </a:ext>
            </a:extLst>
          </p:cNvPr>
          <p:cNvCxnSpPr>
            <a:cxnSpLocks/>
          </p:cNvCxnSpPr>
          <p:nvPr/>
        </p:nvCxnSpPr>
        <p:spPr>
          <a:xfrm>
            <a:off x="3620297" y="2915491"/>
            <a:ext cx="1230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02DAB62-11E8-27B2-9847-1F4988503B9B}"/>
              </a:ext>
            </a:extLst>
          </p:cNvPr>
          <p:cNvCxnSpPr>
            <a:cxnSpLocks/>
          </p:cNvCxnSpPr>
          <p:nvPr/>
        </p:nvCxnSpPr>
        <p:spPr>
          <a:xfrm>
            <a:off x="3771353" y="2915491"/>
            <a:ext cx="7315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CE22759-6E06-FE2E-2777-FD8A2D91494F}"/>
              </a:ext>
            </a:extLst>
          </p:cNvPr>
          <p:cNvCxnSpPr>
            <a:cxnSpLocks/>
          </p:cNvCxnSpPr>
          <p:nvPr/>
        </p:nvCxnSpPr>
        <p:spPr>
          <a:xfrm>
            <a:off x="3872953" y="2915491"/>
            <a:ext cx="38789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DA90A56-9C29-0B88-D98C-91A266AF0A67}"/>
              </a:ext>
            </a:extLst>
          </p:cNvPr>
          <p:cNvCxnSpPr>
            <a:cxnSpLocks/>
          </p:cNvCxnSpPr>
          <p:nvPr/>
        </p:nvCxnSpPr>
        <p:spPr>
          <a:xfrm>
            <a:off x="4291271" y="2915491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136AA94-A07C-A314-C04E-9873B7DAF06F}"/>
              </a:ext>
            </a:extLst>
          </p:cNvPr>
          <p:cNvCxnSpPr>
            <a:cxnSpLocks/>
          </p:cNvCxnSpPr>
          <p:nvPr/>
        </p:nvCxnSpPr>
        <p:spPr>
          <a:xfrm>
            <a:off x="4361668" y="2915491"/>
            <a:ext cx="1097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A93D3DA-AEFB-60CE-B29A-5BABA739946B}"/>
              </a:ext>
            </a:extLst>
          </p:cNvPr>
          <p:cNvCxnSpPr>
            <a:cxnSpLocks/>
          </p:cNvCxnSpPr>
          <p:nvPr/>
        </p:nvCxnSpPr>
        <p:spPr>
          <a:xfrm>
            <a:off x="4512114" y="2915491"/>
            <a:ext cx="17373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6F8FB5D-0A70-C6CE-C2CD-FA67263EC927}"/>
              </a:ext>
            </a:extLst>
          </p:cNvPr>
          <p:cNvCxnSpPr>
            <a:cxnSpLocks/>
          </p:cNvCxnSpPr>
          <p:nvPr/>
        </p:nvCxnSpPr>
        <p:spPr>
          <a:xfrm>
            <a:off x="4710918" y="2915491"/>
            <a:ext cx="6110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D9536F6A-C532-22FB-2637-7D793F2773DF}"/>
              </a:ext>
            </a:extLst>
          </p:cNvPr>
          <p:cNvCxnSpPr>
            <a:cxnSpLocks/>
          </p:cNvCxnSpPr>
          <p:nvPr/>
        </p:nvCxnSpPr>
        <p:spPr>
          <a:xfrm>
            <a:off x="4799271" y="2915491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26008C1C-3511-C672-4E86-F6CB3857211F}"/>
              </a:ext>
            </a:extLst>
          </p:cNvPr>
          <p:cNvCxnSpPr>
            <a:cxnSpLocks/>
          </p:cNvCxnSpPr>
          <p:nvPr/>
        </p:nvCxnSpPr>
        <p:spPr>
          <a:xfrm>
            <a:off x="4868324" y="2915491"/>
            <a:ext cx="60978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300FE3A-0C4E-AA90-B308-6DB4BCF5914E}"/>
              </a:ext>
            </a:extLst>
          </p:cNvPr>
          <p:cNvCxnSpPr>
            <a:cxnSpLocks/>
          </p:cNvCxnSpPr>
          <p:nvPr/>
        </p:nvCxnSpPr>
        <p:spPr>
          <a:xfrm>
            <a:off x="5555486" y="2915491"/>
            <a:ext cx="7437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74985AC-7271-5F7F-F0E5-B75B763E9AB6}"/>
              </a:ext>
            </a:extLst>
          </p:cNvPr>
          <p:cNvCxnSpPr>
            <a:cxnSpLocks/>
          </p:cNvCxnSpPr>
          <p:nvPr/>
        </p:nvCxnSpPr>
        <p:spPr>
          <a:xfrm>
            <a:off x="5709831" y="2915491"/>
            <a:ext cx="8791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219A2BA-1CCC-FC53-FDDB-46EC6C3C517D}"/>
              </a:ext>
            </a:extLst>
          </p:cNvPr>
          <p:cNvCxnSpPr>
            <a:cxnSpLocks/>
          </p:cNvCxnSpPr>
          <p:nvPr/>
        </p:nvCxnSpPr>
        <p:spPr>
          <a:xfrm>
            <a:off x="5825886" y="2916625"/>
            <a:ext cx="6847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7D674E3-FC17-A247-A5B4-7032B27A11DC}"/>
              </a:ext>
            </a:extLst>
          </p:cNvPr>
          <p:cNvCxnSpPr>
            <a:cxnSpLocks/>
          </p:cNvCxnSpPr>
          <p:nvPr/>
        </p:nvCxnSpPr>
        <p:spPr>
          <a:xfrm>
            <a:off x="5972970" y="2915491"/>
            <a:ext cx="8229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6EB01CC-E1BD-A88F-BF4A-1FE48DDB2B00}"/>
              </a:ext>
            </a:extLst>
          </p:cNvPr>
          <p:cNvCxnSpPr>
            <a:cxnSpLocks/>
          </p:cNvCxnSpPr>
          <p:nvPr/>
        </p:nvCxnSpPr>
        <p:spPr>
          <a:xfrm>
            <a:off x="6086993" y="2915491"/>
            <a:ext cx="17373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BF7D6C59-4A74-52EE-1788-5C66D0A6CBDE}"/>
              </a:ext>
            </a:extLst>
          </p:cNvPr>
          <p:cNvCxnSpPr>
            <a:cxnSpLocks/>
          </p:cNvCxnSpPr>
          <p:nvPr/>
        </p:nvCxnSpPr>
        <p:spPr>
          <a:xfrm>
            <a:off x="6289278" y="2913108"/>
            <a:ext cx="1097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AA016EEE-2C97-30D2-5EDA-A4852EB2CC76}"/>
              </a:ext>
            </a:extLst>
          </p:cNvPr>
          <p:cNvCxnSpPr>
            <a:cxnSpLocks/>
          </p:cNvCxnSpPr>
          <p:nvPr/>
        </p:nvCxnSpPr>
        <p:spPr>
          <a:xfrm>
            <a:off x="6432769" y="2914242"/>
            <a:ext cx="457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5EF4F88-469B-E604-485A-6AC03238E727}"/>
              </a:ext>
            </a:extLst>
          </p:cNvPr>
          <p:cNvCxnSpPr>
            <a:cxnSpLocks/>
          </p:cNvCxnSpPr>
          <p:nvPr/>
        </p:nvCxnSpPr>
        <p:spPr>
          <a:xfrm>
            <a:off x="6571361" y="2915491"/>
            <a:ext cx="35697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670F9A01-0C99-9F72-4AF3-DAB925509071}"/>
              </a:ext>
            </a:extLst>
          </p:cNvPr>
          <p:cNvCxnSpPr>
            <a:cxnSpLocks/>
          </p:cNvCxnSpPr>
          <p:nvPr/>
        </p:nvCxnSpPr>
        <p:spPr>
          <a:xfrm>
            <a:off x="6952361" y="2915491"/>
            <a:ext cx="34525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F895C3A-39A2-F5AF-023A-4111D739E577}"/>
              </a:ext>
            </a:extLst>
          </p:cNvPr>
          <p:cNvCxnSpPr>
            <a:cxnSpLocks/>
          </p:cNvCxnSpPr>
          <p:nvPr/>
        </p:nvCxnSpPr>
        <p:spPr>
          <a:xfrm>
            <a:off x="7327011" y="2915491"/>
            <a:ext cx="1097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55B7D6B2-13D4-208B-5988-61C4245158B8}"/>
              </a:ext>
            </a:extLst>
          </p:cNvPr>
          <p:cNvCxnSpPr>
            <a:cxnSpLocks/>
          </p:cNvCxnSpPr>
          <p:nvPr/>
        </p:nvCxnSpPr>
        <p:spPr>
          <a:xfrm>
            <a:off x="7508875" y="2915491"/>
            <a:ext cx="15557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3E6C103-6838-81D3-C6C7-61DB91CD64F0}"/>
              </a:ext>
            </a:extLst>
          </p:cNvPr>
          <p:cNvCxnSpPr>
            <a:cxnSpLocks/>
          </p:cNvCxnSpPr>
          <p:nvPr/>
        </p:nvCxnSpPr>
        <p:spPr>
          <a:xfrm>
            <a:off x="7689850" y="2915491"/>
            <a:ext cx="6985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3315909C-72C0-522D-A644-A9AD13C09F12}"/>
              </a:ext>
            </a:extLst>
          </p:cNvPr>
          <p:cNvCxnSpPr>
            <a:cxnSpLocks/>
          </p:cNvCxnSpPr>
          <p:nvPr/>
        </p:nvCxnSpPr>
        <p:spPr>
          <a:xfrm>
            <a:off x="7785100" y="2915491"/>
            <a:ext cx="23798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82B3ACD-BE2B-9B3B-A26E-A2EF1908F042}"/>
              </a:ext>
            </a:extLst>
          </p:cNvPr>
          <p:cNvCxnSpPr>
            <a:cxnSpLocks/>
          </p:cNvCxnSpPr>
          <p:nvPr/>
        </p:nvCxnSpPr>
        <p:spPr>
          <a:xfrm>
            <a:off x="8108685" y="2915491"/>
            <a:ext cx="9220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81F7B17F-6DD7-61D2-8A23-5C1003751C4A}"/>
              </a:ext>
            </a:extLst>
          </p:cNvPr>
          <p:cNvCxnSpPr>
            <a:cxnSpLocks/>
          </p:cNvCxnSpPr>
          <p:nvPr/>
        </p:nvCxnSpPr>
        <p:spPr>
          <a:xfrm>
            <a:off x="8282503" y="2915491"/>
            <a:ext cx="27664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D703C010-1C3D-DE96-7CBB-266A45B54DB4}"/>
              </a:ext>
            </a:extLst>
          </p:cNvPr>
          <p:cNvCxnSpPr>
            <a:cxnSpLocks/>
          </p:cNvCxnSpPr>
          <p:nvPr/>
        </p:nvCxnSpPr>
        <p:spPr>
          <a:xfrm>
            <a:off x="8593653" y="2915491"/>
            <a:ext cx="2169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B769B59-9591-7CF1-77AB-A7DB2A00582F}"/>
              </a:ext>
            </a:extLst>
          </p:cNvPr>
          <p:cNvCxnSpPr>
            <a:cxnSpLocks/>
          </p:cNvCxnSpPr>
          <p:nvPr/>
        </p:nvCxnSpPr>
        <p:spPr>
          <a:xfrm>
            <a:off x="8909647" y="2915491"/>
            <a:ext cx="1994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EF6B616-F6E8-4BF8-4791-EC93407CB94A}"/>
              </a:ext>
            </a:extLst>
          </p:cNvPr>
          <p:cNvCxnSpPr>
            <a:cxnSpLocks/>
          </p:cNvCxnSpPr>
          <p:nvPr/>
        </p:nvCxnSpPr>
        <p:spPr>
          <a:xfrm>
            <a:off x="9135072" y="2915491"/>
            <a:ext cx="14227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5111AFFF-67C2-F9B2-0C60-034D0CD177CE}"/>
              </a:ext>
            </a:extLst>
          </p:cNvPr>
          <p:cNvCxnSpPr>
            <a:cxnSpLocks/>
          </p:cNvCxnSpPr>
          <p:nvPr/>
        </p:nvCxnSpPr>
        <p:spPr>
          <a:xfrm>
            <a:off x="9302182" y="2915491"/>
            <a:ext cx="26517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6FB9C98-995E-2651-D6AE-E2C5AE95344A}"/>
              </a:ext>
            </a:extLst>
          </p:cNvPr>
          <p:cNvCxnSpPr>
            <a:cxnSpLocks/>
          </p:cNvCxnSpPr>
          <p:nvPr/>
        </p:nvCxnSpPr>
        <p:spPr>
          <a:xfrm>
            <a:off x="9594880" y="2915491"/>
            <a:ext cx="1079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7C9B907-84F8-4BC5-FB59-9259E966C94A}"/>
              </a:ext>
            </a:extLst>
          </p:cNvPr>
          <p:cNvCxnSpPr>
            <a:cxnSpLocks/>
          </p:cNvCxnSpPr>
          <p:nvPr/>
        </p:nvCxnSpPr>
        <p:spPr>
          <a:xfrm>
            <a:off x="9732835" y="2916332"/>
            <a:ext cx="8442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B3698DB-EB5D-C5B8-F729-922535021FB1}"/>
              </a:ext>
            </a:extLst>
          </p:cNvPr>
          <p:cNvCxnSpPr>
            <a:cxnSpLocks/>
          </p:cNvCxnSpPr>
          <p:nvPr/>
        </p:nvCxnSpPr>
        <p:spPr>
          <a:xfrm>
            <a:off x="9842657" y="2915491"/>
            <a:ext cx="10972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D1F3731-08AC-C80E-465A-F9C1C21851FC}"/>
              </a:ext>
            </a:extLst>
          </p:cNvPr>
          <p:cNvCxnSpPr>
            <a:cxnSpLocks/>
          </p:cNvCxnSpPr>
          <p:nvPr/>
        </p:nvCxnSpPr>
        <p:spPr>
          <a:xfrm>
            <a:off x="9975499" y="2915491"/>
            <a:ext cx="894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3854AFB-4515-834A-9A70-8BC252A60C99}"/>
              </a:ext>
            </a:extLst>
          </p:cNvPr>
          <p:cNvCxnSpPr>
            <a:cxnSpLocks/>
          </p:cNvCxnSpPr>
          <p:nvPr/>
        </p:nvCxnSpPr>
        <p:spPr>
          <a:xfrm>
            <a:off x="10096149" y="2915491"/>
            <a:ext cx="228951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110BF20-1CAE-F31F-290B-7A91D686B0A4}"/>
              </a:ext>
            </a:extLst>
          </p:cNvPr>
          <p:cNvCxnSpPr>
            <a:cxnSpLocks/>
          </p:cNvCxnSpPr>
          <p:nvPr/>
        </p:nvCxnSpPr>
        <p:spPr>
          <a:xfrm>
            <a:off x="10353324" y="2919507"/>
            <a:ext cx="42262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15BEF11D-23F1-C855-0D3A-AA26E296E8F2}"/>
              </a:ext>
            </a:extLst>
          </p:cNvPr>
          <p:cNvCxnSpPr>
            <a:cxnSpLocks/>
          </p:cNvCxnSpPr>
          <p:nvPr/>
        </p:nvCxnSpPr>
        <p:spPr>
          <a:xfrm>
            <a:off x="1762389" y="2211796"/>
            <a:ext cx="51993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A350EF8B-0DD2-74C2-213B-8CD588DA7515}"/>
              </a:ext>
            </a:extLst>
          </p:cNvPr>
          <p:cNvCxnSpPr>
            <a:cxnSpLocks/>
          </p:cNvCxnSpPr>
          <p:nvPr/>
        </p:nvCxnSpPr>
        <p:spPr>
          <a:xfrm>
            <a:off x="2308489" y="2212323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B147694-7F9B-9523-7DA4-A01A71E7D70A}"/>
              </a:ext>
            </a:extLst>
          </p:cNvPr>
          <p:cNvCxnSpPr>
            <a:cxnSpLocks/>
          </p:cNvCxnSpPr>
          <p:nvPr/>
        </p:nvCxnSpPr>
        <p:spPr>
          <a:xfrm>
            <a:off x="2389769" y="2212323"/>
            <a:ext cx="1188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D92AE53E-6D15-6B01-5A20-2C5BBBD23363}"/>
              </a:ext>
            </a:extLst>
          </p:cNvPr>
          <p:cNvCxnSpPr>
            <a:cxnSpLocks/>
          </p:cNvCxnSpPr>
          <p:nvPr/>
        </p:nvCxnSpPr>
        <p:spPr>
          <a:xfrm>
            <a:off x="2548148" y="2212323"/>
            <a:ext cx="27519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014D0A2-6B0E-4ED0-311E-DEE2093BFBE8}"/>
              </a:ext>
            </a:extLst>
          </p:cNvPr>
          <p:cNvCxnSpPr>
            <a:cxnSpLocks/>
          </p:cNvCxnSpPr>
          <p:nvPr/>
        </p:nvCxnSpPr>
        <p:spPr>
          <a:xfrm>
            <a:off x="2910387" y="2212323"/>
            <a:ext cx="74403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08D9E0AF-E5A6-4350-DFB7-681F8EF38484}"/>
              </a:ext>
            </a:extLst>
          </p:cNvPr>
          <p:cNvCxnSpPr>
            <a:cxnSpLocks/>
          </p:cNvCxnSpPr>
          <p:nvPr/>
        </p:nvCxnSpPr>
        <p:spPr>
          <a:xfrm>
            <a:off x="3743325" y="2212323"/>
            <a:ext cx="236247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5732D2D6-A134-1435-6883-9609BC72AFB2}"/>
              </a:ext>
            </a:extLst>
          </p:cNvPr>
          <p:cNvCxnSpPr>
            <a:cxnSpLocks/>
          </p:cNvCxnSpPr>
          <p:nvPr/>
        </p:nvCxnSpPr>
        <p:spPr>
          <a:xfrm>
            <a:off x="4005592" y="2210176"/>
            <a:ext cx="219456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1B8ECA8C-02FC-6E51-29E0-42AF2D837B07}"/>
              </a:ext>
            </a:extLst>
          </p:cNvPr>
          <p:cNvCxnSpPr>
            <a:cxnSpLocks/>
          </p:cNvCxnSpPr>
          <p:nvPr/>
        </p:nvCxnSpPr>
        <p:spPr>
          <a:xfrm>
            <a:off x="4251940" y="2211249"/>
            <a:ext cx="1188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A39F7ED0-C951-0810-22F6-809B4176BA4C}"/>
              </a:ext>
            </a:extLst>
          </p:cNvPr>
          <p:cNvCxnSpPr>
            <a:cxnSpLocks/>
          </p:cNvCxnSpPr>
          <p:nvPr/>
        </p:nvCxnSpPr>
        <p:spPr>
          <a:xfrm>
            <a:off x="4449503" y="2209102"/>
            <a:ext cx="137174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6C9D00F-5CE3-6957-CF59-C9A7FE087C8A}"/>
              </a:ext>
            </a:extLst>
          </p:cNvPr>
          <p:cNvCxnSpPr>
            <a:cxnSpLocks/>
          </p:cNvCxnSpPr>
          <p:nvPr/>
        </p:nvCxnSpPr>
        <p:spPr>
          <a:xfrm>
            <a:off x="5886650" y="2207940"/>
            <a:ext cx="91875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5A6F6A5-7F6C-0902-63DF-DA97ECE4FC23}"/>
              </a:ext>
            </a:extLst>
          </p:cNvPr>
          <p:cNvCxnSpPr>
            <a:cxnSpLocks/>
          </p:cNvCxnSpPr>
          <p:nvPr/>
        </p:nvCxnSpPr>
        <p:spPr>
          <a:xfrm>
            <a:off x="6060697" y="2207940"/>
            <a:ext cx="28930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A12E426A-246B-FEAC-6BB6-5EC9271FF0F0}"/>
              </a:ext>
            </a:extLst>
          </p:cNvPr>
          <p:cNvCxnSpPr>
            <a:cxnSpLocks/>
          </p:cNvCxnSpPr>
          <p:nvPr/>
        </p:nvCxnSpPr>
        <p:spPr>
          <a:xfrm>
            <a:off x="6375022" y="2207940"/>
            <a:ext cx="613153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5F34F10-8CB2-21D1-06F2-5CF1331EB0D5}"/>
              </a:ext>
            </a:extLst>
          </p:cNvPr>
          <p:cNvCxnSpPr>
            <a:cxnSpLocks/>
          </p:cNvCxnSpPr>
          <p:nvPr/>
        </p:nvCxnSpPr>
        <p:spPr>
          <a:xfrm>
            <a:off x="6163293" y="2192065"/>
            <a:ext cx="613153" cy="0"/>
          </a:xfrm>
          <a:prstGeom prst="line">
            <a:avLst/>
          </a:prstGeom>
          <a:ln w="28575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F6364A09-0E08-6E94-420B-65D9E126350A}"/>
              </a:ext>
            </a:extLst>
          </p:cNvPr>
          <p:cNvCxnSpPr>
            <a:cxnSpLocks/>
          </p:cNvCxnSpPr>
          <p:nvPr/>
        </p:nvCxnSpPr>
        <p:spPr>
          <a:xfrm>
            <a:off x="7016371" y="2207940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89A45D94-6F9C-A4FC-5175-9BE269BF6368}"/>
              </a:ext>
            </a:extLst>
          </p:cNvPr>
          <p:cNvCxnSpPr>
            <a:cxnSpLocks/>
          </p:cNvCxnSpPr>
          <p:nvPr/>
        </p:nvCxnSpPr>
        <p:spPr>
          <a:xfrm>
            <a:off x="7097712" y="2211115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BE5F2F19-877E-2DBA-6402-4784220697A8}"/>
              </a:ext>
            </a:extLst>
          </p:cNvPr>
          <p:cNvCxnSpPr>
            <a:cxnSpLocks/>
          </p:cNvCxnSpPr>
          <p:nvPr/>
        </p:nvCxnSpPr>
        <p:spPr>
          <a:xfrm>
            <a:off x="7186612" y="2214290"/>
            <a:ext cx="64008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0F0F0F31-A71F-F962-38F3-9F233891C83C}"/>
              </a:ext>
            </a:extLst>
          </p:cNvPr>
          <p:cNvCxnSpPr>
            <a:cxnSpLocks/>
          </p:cNvCxnSpPr>
          <p:nvPr/>
        </p:nvCxnSpPr>
        <p:spPr>
          <a:xfrm>
            <a:off x="7279767" y="2214290"/>
            <a:ext cx="41148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EAB5C0A3-B3AE-2498-7E29-DBCE40B12832}"/>
              </a:ext>
            </a:extLst>
          </p:cNvPr>
          <p:cNvCxnSpPr>
            <a:cxnSpLocks/>
          </p:cNvCxnSpPr>
          <p:nvPr/>
        </p:nvCxnSpPr>
        <p:spPr>
          <a:xfrm>
            <a:off x="7763211" y="2211115"/>
            <a:ext cx="2834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43EB9BAF-5DBF-D511-0454-3B0D042E98A8}"/>
              </a:ext>
            </a:extLst>
          </p:cNvPr>
          <p:cNvCxnSpPr>
            <a:cxnSpLocks/>
          </p:cNvCxnSpPr>
          <p:nvPr/>
        </p:nvCxnSpPr>
        <p:spPr>
          <a:xfrm>
            <a:off x="8085836" y="2214290"/>
            <a:ext cx="105156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9637C8D-5FCE-79C7-1A28-FC78A64FBBCF}"/>
              </a:ext>
            </a:extLst>
          </p:cNvPr>
          <p:cNvCxnSpPr>
            <a:cxnSpLocks/>
          </p:cNvCxnSpPr>
          <p:nvPr/>
        </p:nvCxnSpPr>
        <p:spPr>
          <a:xfrm>
            <a:off x="9166225" y="2217465"/>
            <a:ext cx="5486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B74793DF-BF76-018F-2A90-A35CA299D7B4}"/>
              </a:ext>
            </a:extLst>
          </p:cNvPr>
          <p:cNvCxnSpPr>
            <a:cxnSpLocks/>
          </p:cNvCxnSpPr>
          <p:nvPr/>
        </p:nvCxnSpPr>
        <p:spPr>
          <a:xfrm>
            <a:off x="9253885" y="2217465"/>
            <a:ext cx="37490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4820CBD-95E0-BD89-E197-C7BBC7784FAB}"/>
              </a:ext>
            </a:extLst>
          </p:cNvPr>
          <p:cNvCxnSpPr>
            <a:cxnSpLocks/>
          </p:cNvCxnSpPr>
          <p:nvPr/>
        </p:nvCxnSpPr>
        <p:spPr>
          <a:xfrm>
            <a:off x="9712101" y="2214290"/>
            <a:ext cx="130399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CF42B500-54DD-7814-8F7A-152F7C2E1B90}"/>
              </a:ext>
            </a:extLst>
          </p:cNvPr>
          <p:cNvCxnSpPr>
            <a:cxnSpLocks/>
          </p:cNvCxnSpPr>
          <p:nvPr/>
        </p:nvCxnSpPr>
        <p:spPr>
          <a:xfrm>
            <a:off x="9891503" y="2214290"/>
            <a:ext cx="208172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56199929-6814-9F9D-C769-883C30A878F9}"/>
              </a:ext>
            </a:extLst>
          </p:cNvPr>
          <p:cNvCxnSpPr>
            <a:cxnSpLocks/>
          </p:cNvCxnSpPr>
          <p:nvPr/>
        </p:nvCxnSpPr>
        <p:spPr>
          <a:xfrm>
            <a:off x="10129462" y="2214290"/>
            <a:ext cx="146304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5FEA4E30-4E81-95C0-3761-A777CDCD4342}"/>
              </a:ext>
            </a:extLst>
          </p:cNvPr>
          <p:cNvCxnSpPr>
            <a:cxnSpLocks/>
          </p:cNvCxnSpPr>
          <p:nvPr/>
        </p:nvCxnSpPr>
        <p:spPr>
          <a:xfrm>
            <a:off x="10302710" y="2214290"/>
            <a:ext cx="47324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0BC6CCC5-509A-D2F0-DEB1-5598ED718B3B}"/>
              </a:ext>
            </a:extLst>
          </p:cNvPr>
          <p:cNvCxnSpPr>
            <a:cxnSpLocks/>
          </p:cNvCxnSpPr>
          <p:nvPr/>
        </p:nvCxnSpPr>
        <p:spPr>
          <a:xfrm>
            <a:off x="1751503" y="1484185"/>
            <a:ext cx="9054120" cy="0"/>
          </a:xfrm>
          <a:prstGeom prst="line">
            <a:avLst/>
          </a:prstGeom>
          <a:ln w="57150">
            <a:solidFill>
              <a:srgbClr val="D5CD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60B6585-1507-2262-672A-6555FCB79A4F}"/>
              </a:ext>
            </a:extLst>
          </p:cNvPr>
          <p:cNvGrpSpPr/>
          <p:nvPr/>
        </p:nvGrpSpPr>
        <p:grpSpPr>
          <a:xfrm>
            <a:off x="1563846" y="4826995"/>
            <a:ext cx="9417339" cy="1162298"/>
            <a:chOff x="1404630" y="4817028"/>
            <a:chExt cx="9417339" cy="1162298"/>
          </a:xfrm>
        </p:grpSpPr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B1B3DB17-B903-E8CB-B8B0-DEF891FA5A3B}"/>
                </a:ext>
              </a:extLst>
            </p:cNvPr>
            <p:cNvSpPr/>
            <p:nvPr/>
          </p:nvSpPr>
          <p:spPr>
            <a:xfrm>
              <a:off x="1404630" y="4865464"/>
              <a:ext cx="9417339" cy="11138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75AF00F1-3FAC-E905-0E82-D37AFB251E70}"/>
                </a:ext>
              </a:extLst>
            </p:cNvPr>
            <p:cNvSpPr txBox="1"/>
            <p:nvPr/>
          </p:nvSpPr>
          <p:spPr>
            <a:xfrm>
              <a:off x="1915034" y="4817028"/>
              <a:ext cx="34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254595A-0ED0-2025-3E32-B26EA4D135A4}"/>
                </a:ext>
              </a:extLst>
            </p:cNvPr>
            <p:cNvSpPr txBox="1"/>
            <p:nvPr/>
          </p:nvSpPr>
          <p:spPr>
            <a:xfrm>
              <a:off x="2935499" y="4835134"/>
              <a:ext cx="348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458E077C-2EB5-44A8-C82D-D376D738F8A5}"/>
                </a:ext>
              </a:extLst>
            </p:cNvPr>
            <p:cNvSpPr txBox="1"/>
            <p:nvPr/>
          </p:nvSpPr>
          <p:spPr>
            <a:xfrm>
              <a:off x="3943066" y="4835134"/>
              <a:ext cx="348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A206637B-523C-2B0C-F17A-35F784B0D836}"/>
                </a:ext>
              </a:extLst>
            </p:cNvPr>
            <p:cNvSpPr txBox="1"/>
            <p:nvPr/>
          </p:nvSpPr>
          <p:spPr>
            <a:xfrm>
              <a:off x="4963404" y="4835134"/>
              <a:ext cx="348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A919138D-0E55-EA35-584B-A4021E3F073E}"/>
                </a:ext>
              </a:extLst>
            </p:cNvPr>
            <p:cNvSpPr txBox="1"/>
            <p:nvPr/>
          </p:nvSpPr>
          <p:spPr>
            <a:xfrm>
              <a:off x="5953617" y="4835134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12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40FB1A5F-2616-2C96-3234-69BACA466E3F}"/>
                </a:ext>
              </a:extLst>
            </p:cNvPr>
            <p:cNvSpPr txBox="1"/>
            <p:nvPr/>
          </p:nvSpPr>
          <p:spPr>
            <a:xfrm>
              <a:off x="6975869" y="4817028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15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B51A8B97-C570-B86F-0782-627F41A0C3B8}"/>
                </a:ext>
              </a:extLst>
            </p:cNvPr>
            <p:cNvSpPr txBox="1"/>
            <p:nvPr/>
          </p:nvSpPr>
          <p:spPr>
            <a:xfrm>
              <a:off x="7976092" y="4817028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18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9F70B8D6-46ED-9C1A-21BE-587B3678C2DB}"/>
                </a:ext>
              </a:extLst>
            </p:cNvPr>
            <p:cNvSpPr txBox="1"/>
            <p:nvPr/>
          </p:nvSpPr>
          <p:spPr>
            <a:xfrm>
              <a:off x="9007833" y="4832903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21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889B70E7-B76C-38E9-8AFA-9BAF303D36CD}"/>
                </a:ext>
              </a:extLst>
            </p:cNvPr>
            <p:cNvSpPr txBox="1"/>
            <p:nvPr/>
          </p:nvSpPr>
          <p:spPr>
            <a:xfrm>
              <a:off x="10022052" y="4817028"/>
              <a:ext cx="472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24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D7F3A855-BAF1-322D-9BED-6D5FA366F530}"/>
                </a:ext>
              </a:extLst>
            </p:cNvPr>
            <p:cNvSpPr txBox="1"/>
            <p:nvPr/>
          </p:nvSpPr>
          <p:spPr>
            <a:xfrm>
              <a:off x="4688751" y="5219073"/>
              <a:ext cx="6032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Time of Day (Hour, 24-Hour Format)</a:t>
              </a:r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EEF3FD1-9439-1B5F-4D37-5D3DC8C37996}"/>
              </a:ext>
            </a:extLst>
          </p:cNvPr>
          <p:cNvGrpSpPr/>
          <p:nvPr/>
        </p:nvGrpSpPr>
        <p:grpSpPr>
          <a:xfrm>
            <a:off x="1574626" y="525757"/>
            <a:ext cx="9417339" cy="798898"/>
            <a:chOff x="1479599" y="593360"/>
            <a:chExt cx="9417339" cy="798898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14949173-52FE-6DDB-228D-AA0B1483BEC6}"/>
                </a:ext>
              </a:extLst>
            </p:cNvPr>
            <p:cNvSpPr/>
            <p:nvPr/>
          </p:nvSpPr>
          <p:spPr>
            <a:xfrm>
              <a:off x="1479599" y="593360"/>
              <a:ext cx="9417339" cy="798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3F34F56C-CFB9-AF11-06CC-A1CC6BFA8DEA}"/>
                </a:ext>
              </a:extLst>
            </p:cNvPr>
            <p:cNvSpPr txBox="1"/>
            <p:nvPr/>
          </p:nvSpPr>
          <p:spPr>
            <a:xfrm>
              <a:off x="3502025" y="1084481"/>
              <a:ext cx="6032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7F7D7A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Cluster-Wide Memory Usage (%) Over Time During 24-Hour Capacity Test</a:t>
              </a:r>
            </a:p>
          </p:txBody>
        </p:sp>
      </p:grpSp>
      <p:sp>
        <p:nvSpPr>
          <p:cNvPr id="272" name="Rectangle 271">
            <a:extLst>
              <a:ext uri="{FF2B5EF4-FFF2-40B4-BE49-F238E27FC236}">
                <a16:creationId xmlns:a16="http://schemas.microsoft.com/office/drawing/2014/main" id="{3CA9DF6B-00EB-DA14-25C5-D20E447CC4BE}"/>
              </a:ext>
            </a:extLst>
          </p:cNvPr>
          <p:cNvSpPr/>
          <p:nvPr/>
        </p:nvSpPr>
        <p:spPr>
          <a:xfrm rot="16200000">
            <a:off x="-3388839" y="3150275"/>
            <a:ext cx="9417339" cy="798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01A7297-CD11-BB6C-C82F-0F43AAF69AD6}"/>
              </a:ext>
            </a:extLst>
          </p:cNvPr>
          <p:cNvSpPr txBox="1"/>
          <p:nvPr/>
        </p:nvSpPr>
        <p:spPr>
          <a:xfrm>
            <a:off x="1500952" y="4152438"/>
            <a:ext cx="34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9AE43F77-1D75-10B9-D489-4B25A12D203F}"/>
              </a:ext>
            </a:extLst>
          </p:cNvPr>
          <p:cNvSpPr txBox="1"/>
          <p:nvPr/>
        </p:nvSpPr>
        <p:spPr>
          <a:xfrm>
            <a:off x="1418384" y="3458669"/>
            <a:ext cx="524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7AE18CBE-AC33-355E-CBE7-A0316E48146B}"/>
              </a:ext>
            </a:extLst>
          </p:cNvPr>
          <p:cNvSpPr txBox="1"/>
          <p:nvPr/>
        </p:nvSpPr>
        <p:spPr>
          <a:xfrm>
            <a:off x="1426352" y="2754706"/>
            <a:ext cx="524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A8C75172-9B03-B75A-EC64-5A9283FF0BBB}"/>
              </a:ext>
            </a:extLst>
          </p:cNvPr>
          <p:cNvSpPr txBox="1"/>
          <p:nvPr/>
        </p:nvSpPr>
        <p:spPr>
          <a:xfrm>
            <a:off x="1426721" y="2053672"/>
            <a:ext cx="524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E2C018D-F503-6F3B-A9DE-3F0349AFAE77}"/>
              </a:ext>
            </a:extLst>
          </p:cNvPr>
          <p:cNvSpPr txBox="1"/>
          <p:nvPr/>
        </p:nvSpPr>
        <p:spPr>
          <a:xfrm>
            <a:off x="1426721" y="1345474"/>
            <a:ext cx="524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488FFAB1-8E5D-AC9E-B28E-4228E5290435}"/>
              </a:ext>
            </a:extLst>
          </p:cNvPr>
          <p:cNvSpPr txBox="1"/>
          <p:nvPr/>
        </p:nvSpPr>
        <p:spPr>
          <a:xfrm rot="16200000">
            <a:off x="-448941" y="1975467"/>
            <a:ext cx="3283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F7D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Usage (%)</a:t>
            </a:r>
          </a:p>
        </p:txBody>
      </p:sp>
    </p:spTree>
    <p:extLst>
      <p:ext uri="{BB962C8B-B14F-4D97-AF65-F5344CB8AC3E}">
        <p14:creationId xmlns:p14="http://schemas.microsoft.com/office/powerpoint/2010/main" val="38159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3911</TotalTime>
  <Words>174</Words>
  <Application>Microsoft Macintosh PowerPoint</Application>
  <PresentationFormat>Widescreen</PresentationFormat>
  <Paragraphs>81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Supersad, Tyler</dc:creator>
  <cp:lastModifiedBy>Supersad, Tyler</cp:lastModifiedBy>
  <cp:revision>1</cp:revision>
  <dcterms:created xsi:type="dcterms:W3CDTF">2025-04-25T21:17:07Z</dcterms:created>
  <dcterms:modified xsi:type="dcterms:W3CDTF">2025-04-28T14:28:39Z</dcterms:modified>
</cp:coreProperties>
</file>